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layout.tsx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globals.css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Navbar.tsx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Footer.tsx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public/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images/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package.json</a:t>
            </a:r>
          </a:p>
          <a:p>
            <a:r>
              <a:rPr lang="en-US" sz="1300">
                <a:solidFill>
                  <a:srgbClr val="252525"/>
                </a:solidFill>
              </a:rPr>
              <a:t>└── tailwind.config.ts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"./globals.css";</a:t>
            </a:r>
          </a:p>
          <a:p>
            <a:r>
              <a:rPr lang="en-US" sz="1300">
                <a:solidFill>
                  <a:srgbClr val="252525"/>
                </a:solidFill>
              </a:rPr>
              <a:t>import Navbar from "@/components/Navbar";</a:t>
            </a:r>
          </a:p>
          <a:p>
            <a:r>
              <a:rPr lang="en-US" sz="1300">
                <a:solidFill>
                  <a:srgbClr val="252525"/>
                </a:solidFill>
              </a:rPr>
              <a:t>import Footer from "@/components/Footer";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const metadata = {</a:t>
            </a:r>
          </a:p>
          <a:p>
            <a:r>
              <a:rPr lang="en-US" sz="1300">
                <a:solidFill>
                  <a:srgbClr val="252525"/>
                </a:solidFill>
              </a:rPr>
              <a:t>  title: "JUSTICE KARBI ANGLONG",</a:t>
            </a:r>
          </a:p>
          <a:p>
            <a:r>
              <a:rPr lang="en-US" sz="1300">
                <a:solidFill>
                  <a:srgbClr val="252525"/>
                </a:solidFill>
              </a:rPr>
              <a:t>  description:</a:t>
            </a:r>
          </a:p>
          <a:p>
            <a:r>
              <a:rPr lang="en-US" sz="1300">
                <a:solidFill>
                  <a:srgbClr val="252525"/>
                </a:solidFill>
              </a:rPr>
              <a:t>    "Truth, Justice and Accountability - Citizen Reporting Platform",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RootLayout({</a:t>
            </a:r>
          </a:p>
          <a:p>
            <a:r>
              <a:rPr lang="en-US" sz="1300">
                <a:solidFill>
                  <a:srgbClr val="252525"/>
                </a:solidFill>
              </a:rPr>
              <a:t>  children,</a:t>
            </a:r>
          </a:p>
          <a:p>
            <a:r>
              <a:rPr lang="en-US" sz="1300">
                <a:solidFill>
                  <a:srgbClr val="252525"/>
                </a:solidFill>
              </a:rPr>
              <a:t>}: {</a:t>
            </a:r>
          </a:p>
          <a:p>
            <a:r>
              <a:rPr lang="en-US" sz="1300">
                <a:solidFill>
                  <a:srgbClr val="252525"/>
                </a:solidFill>
              </a:rPr>
              <a:t>  children: React.ReactNode;</a:t>
            </a:r>
          </a:p>
          <a:p>
            <a:r>
              <a:rPr lang="en-US" sz="1300">
                <a:solidFill>
                  <a:srgbClr val="252525"/>
                </a:solidFill>
              </a:rPr>
              <a:t>}) {</a:t>
            </a:r>
          </a:p>
          <a:p>
            <a:r>
              <a:rPr lang="en-US" sz="1300">
                <a:solidFill>
                  <a:srgbClr val="252525"/>
                </a:solidFill>
              </a:rPr>
              <a:t>  return (</a:t>
            </a:r>
          </a:p>
          <a:p>
            <a:r>
              <a:rPr lang="en-US" sz="1300">
                <a:solidFill>
                  <a:srgbClr val="252525"/>
                </a:solidFill>
              </a:rPr>
              <a:t>    &lt;html lang="en"&gt;</a:t>
            </a:r>
          </a:p>
          <a:p>
            <a:r>
              <a:rPr lang="en-US" sz="1300">
                <a:solidFill>
                  <a:srgbClr val="252525"/>
                </a:solidFill>
              </a:rPr>
              <a:t>      &lt;body&gt;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&lt;Navbar /&gt;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{children}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&lt;Footer /&gt;</a:t>
            </a:r>
          </a:p>
          <a:p>
            <a:r>
              <a:rPr lang="en-US" sz="1300">
                <a:solidFill>
                  <a:srgbClr val="252525"/>
                </a:solidFill>
              </a:rPr>
              <a:t>      &lt;/body&gt;</a:t>
            </a:r>
          </a:p>
          <a:p>
            <a:r>
              <a:rPr lang="en-US" sz="1300">
                <a:solidFill>
                  <a:srgbClr val="252525"/>
                </a:solidFill>
              </a:rPr>
              <a:t>    &lt;/html&gt;</a:t>
            </a:r>
          </a:p>
          <a:p>
            <a:r>
              <a:rPr lang="en-US" sz="1300">
                <a:solidFill>
                  <a:srgbClr val="252525"/>
                </a:solidFill>
              </a:rPr>
              <a:t>  );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Navbar() {</a:t>
            </a:r>
          </a:p>
          <a:p>
            <a:r>
              <a:rPr lang="en-US" sz="1300">
                <a:solidFill>
                  <a:srgbClr val="252525"/>
                </a:solidFill>
              </a:rPr>
              <a:t>  return (</a:t>
            </a:r>
          </a:p>
          <a:p>
            <a:r>
              <a:rPr lang="en-US" sz="1300">
                <a:solidFill>
                  <a:srgbClr val="252525"/>
                </a:solidFill>
              </a:rPr>
              <a:t>    &lt;nav className="navbar"&gt;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      &lt;div className="logo"&gt;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⚖️ JUSTICE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      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      &lt;div className="menu"&gt;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&lt;a href="/"&gt;Home&lt;/a&gt;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&lt;a href="/report"&gt;Report&lt;/a&gt;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&lt;a href="/track"&gt;Track Case&lt;/a&gt;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&lt;a href="/about"&gt;About&lt;/a&gt;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&lt;select&gt;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  &lt;option&gt;English&lt;/option&gt;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  &lt;option&gt;हिंदी&lt;/option&gt;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  &lt;option&gt;Karbi&lt;/option&gt;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55600"/>
            <a:ext cx="11887200" cy="16700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          &lt;option&gt;অসমীয়া&lt;/option&gt;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&lt;/select&gt;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&lt;button&gt;</a:t>
            </a:r>
          </a:p>
          <a:p>
            <a:r>
              <a:rPr lang="en-US" sz="1300">
                <a:solidFill>
                  <a:srgbClr val="252525"/>
                </a:solidFill>
              </a:rPr>
              <a:t>          Login</a:t>
            </a:r>
          </a:p>
          <a:p>
            <a:r>
              <a:rPr lang="en-US" sz="1300">
                <a:solidFill>
                  <a:srgbClr val="252525"/>
                </a:solidFill>
              </a:rPr>
              <a:t>        &lt;/button&gt;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      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    &lt;/nav&gt;</a:t>
            </a:r>
          </a:p>
          <a:p>
            <a:r>
              <a:rPr lang="en-US" sz="1300">
                <a:solidFill>
                  <a:srgbClr val="252525"/>
                </a:solidFill>
              </a:rPr>
              <a:t>  );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Footer(){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1300">
                <a:solidFill>
                  <a:srgbClr val="252525"/>
                </a:solidFill>
              </a:rPr>
              <a:t>&lt;footer className="footer"&gt;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JUSTICE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Truth • Justice • Unity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Designed &amp; Developed by</a:t>
            </a:r>
          </a:p>
          <a:p>
            <a:r>
              <a:rPr lang="en-US" sz="1300">
                <a:solidFill>
                  <a:srgbClr val="252525"/>
                </a:solidFill>
              </a:rPr>
              <a:t>&lt;br/&gt;</a:t>
            </a:r>
          </a:p>
          <a:p>
            <a:r>
              <a:rPr lang="en-US" sz="1300">
                <a:solidFill>
                  <a:srgbClr val="252525"/>
                </a:solidFill>
              </a:rPr>
              <a:t>&lt;strong&gt;</a:t>
            </a:r>
          </a:p>
          <a:p>
            <a:r>
              <a:rPr lang="en-US" sz="1300">
                <a:solidFill>
                  <a:srgbClr val="252525"/>
                </a:solidFill>
              </a:rPr>
              <a:t>Edelbert Phangcho</a:t>
            </a:r>
          </a:p>
          <a:p>
            <a:r>
              <a:rPr lang="en-US" sz="1300">
                <a:solidFill>
                  <a:srgbClr val="252525"/>
                </a:solidFill>
              </a:rPr>
              <a:t>&lt;/strong&gt;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© 2026 Justice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&lt;/footer&gt;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Home(){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 className="hero"&gt;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JUSTICE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Truth • Justice • Unity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A secure platform where citizens can share</a:t>
            </a:r>
          </a:p>
          <a:p>
            <a:r>
              <a:rPr lang="en-US" sz="1300">
                <a:solidFill>
                  <a:srgbClr val="252525"/>
                </a:solidFill>
              </a:rPr>
              <a:t>information responsibly.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93700"/>
            <a:ext cx="11887200" cy="166624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 className="primary"&gt;</a:t>
            </a:r>
          </a:p>
          <a:p>
            <a:r>
              <a:rPr lang="en-US" sz="1300">
                <a:solidFill>
                  <a:srgbClr val="252525"/>
                </a:solidFill>
              </a:rPr>
              <a:t>Submit Report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 className="secondary"&gt;</a:t>
            </a:r>
          </a:p>
          <a:p>
            <a:r>
              <a:rPr lang="en-US" sz="1300">
                <a:solidFill>
                  <a:srgbClr val="252525"/>
                </a:solidFill>
              </a:rPr>
              <a:t>Track Case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 className="features"&gt;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Our Services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className="cards"&gt;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1300">
                <a:solidFill>
                  <a:srgbClr val="252525"/>
                </a:solidFill>
              </a:rPr>
              <a:t>📝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Submit Report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Share incident details securely.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1300">
                <a:solidFill>
                  <a:srgbClr val="252525"/>
                </a:solidFill>
              </a:rPr>
              <a:t>🔎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Track Case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Check your report status.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1300">
                <a:solidFill>
                  <a:srgbClr val="252525"/>
                </a:solidFill>
              </a:rPr>
              <a:t>🌄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Explore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Culture, nature and heritage.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44500"/>
            <a:ext cx="11887200" cy="16611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About Designer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Designed &amp; Developed by</a:t>
            </a:r>
          </a:p>
          <a:p>
            <a:r>
              <a:rPr lang="en-US" sz="1300">
                <a:solidFill>
                  <a:srgbClr val="252525"/>
                </a:solidFill>
              </a:rPr>
              <a:t>&lt;b&gt;</a:t>
            </a:r>
          </a:p>
          <a:p>
            <a:r>
              <a:rPr lang="en-US" sz="1300">
                <a:solidFill>
                  <a:srgbClr val="252525"/>
                </a:solidFill>
              </a:rPr>
              <a:t> Edelbert Phangcho</a:t>
            </a:r>
          </a:p>
          <a:p>
            <a:r>
              <a:rPr lang="en-US" sz="1300">
                <a:solidFill>
                  <a:srgbClr val="252525"/>
                </a:solidFill>
              </a:rPr>
              <a:t>&lt;/b&gt;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body{</a:t>
            </a:r>
          </a:p>
          <a:p>
            <a:r>
              <a:rPr lang="en-US" sz="1300">
                <a:solidFill>
                  <a:srgbClr val="252525"/>
                </a:solidFill>
              </a:rPr>
              <a:t>margin:0;</a:t>
            </a:r>
          </a:p>
          <a:p>
            <a:r>
              <a:rPr lang="en-US" sz="1300">
                <a:solidFill>
                  <a:srgbClr val="252525"/>
                </a:solidFill>
              </a:rPr>
              <a:t>font-family:Arial, sans-serif;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background:#f5f7fb;</a:t>
            </a:r>
          </a:p>
          <a:p>
            <a:r>
              <a:rPr lang="en-US" sz="1300">
                <a:solidFill>
                  <a:srgbClr val="252525"/>
                </a:solidFill>
              </a:rPr>
              <a:t>color:#111;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.navbar{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justify-content:space-between;</a:t>
            </a:r>
          </a:p>
          <a:p>
            <a:r>
              <a:rPr lang="en-US" sz="1300">
                <a:solidFill>
                  <a:srgbClr val="252525"/>
                </a:solidFill>
              </a:rPr>
              <a:t>align-items:center;</a:t>
            </a:r>
          </a:p>
          <a:p>
            <a:r>
              <a:rPr lang="en-US" sz="1300">
                <a:solidFill>
                  <a:srgbClr val="252525"/>
                </a:solidFill>
              </a:rPr>
              <a:t>padding:20px;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background:#0b1f3a;</a:t>
            </a:r>
          </a:p>
          <a:p>
            <a:r>
              <a:rPr lang="en-US" sz="1300">
                <a:solidFill>
                  <a:srgbClr val="252525"/>
                </a:solidFill>
              </a:rPr>
              <a:t>color:white;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.menu{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gap:20px;</a:t>
            </a:r>
          </a:p>
          <a:p>
            <a:r>
              <a:rPr lang="en-US" sz="1300">
                <a:solidFill>
                  <a:srgbClr val="252525"/>
                </a:solidFill>
              </a:rPr>
              <a:t>align-items:center;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.menu a{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color:white;</a:t>
            </a:r>
          </a:p>
          <a:p>
            <a:r>
              <a:rPr lang="en-US" sz="1300">
                <a:solidFill>
                  <a:srgbClr val="252525"/>
                </a:solidFill>
              </a:rPr>
              <a:t>text-decoration:none;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.hero{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text-align:center;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82600"/>
            <a:ext cx="11887200" cy="16573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padding:100px 20px;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</a:t>
            </a:r>
          </a:p>
          <a:p>
            <a:r>
              <a:rPr lang="en-US" sz="1300">
                <a:solidFill>
                  <a:srgbClr val="252525"/>
                </a:solidFill>
              </a:rPr>
              <a:t>linear-gradient(</a:t>
            </a:r>
          </a:p>
          <a:p>
            <a:r>
              <a:rPr lang="en-US" sz="1300">
                <a:solidFill>
                  <a:srgbClr val="252525"/>
                </a:solidFill>
              </a:rPr>
              <a:t>#0b1f3acc,</a:t>
            </a:r>
          </a:p>
          <a:p>
            <a:r>
              <a:rPr lang="en-US" sz="1300">
                <a:solidFill>
                  <a:srgbClr val="252525"/>
                </a:solidFill>
              </a:rPr>
              <a:t>#c9a227cc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color:white;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.hero h1{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font-size:45px;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button{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padding:12px 25px;</a:t>
            </a:r>
          </a:p>
          <a:p>
            <a:r>
              <a:rPr lang="en-US" sz="1300">
                <a:solidFill>
                  <a:srgbClr val="252525"/>
                </a:solidFill>
              </a:rPr>
              <a:t>border-radius:8px;</a:t>
            </a:r>
          </a:p>
          <a:p>
            <a:r>
              <a:rPr lang="en-US" sz="1300">
                <a:solidFill>
                  <a:srgbClr val="252525"/>
                </a:solidFill>
              </a:rPr>
              <a:t>border:none;</a:t>
            </a:r>
          </a:p>
          <a:p>
            <a:r>
              <a:rPr lang="en-US" sz="1300">
                <a:solidFill>
                  <a:srgbClr val="252525"/>
                </a:solidFill>
              </a:rPr>
              <a:t>cursor:pointer;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.primary{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background:#c9a227;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.secondary{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background:white;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.cards{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gap:20px;</a:t>
            </a:r>
          </a:p>
          <a:p>
            <a:r>
              <a:rPr lang="en-US" sz="1300">
                <a:solidFill>
                  <a:srgbClr val="252525"/>
                </a:solidFill>
              </a:rPr>
              <a:t>justify-content:center;</a:t>
            </a:r>
          </a:p>
          <a:p>
            <a:r>
              <a:rPr lang="en-US" sz="1300">
                <a:solidFill>
                  <a:srgbClr val="252525"/>
                </a:solidFill>
              </a:rPr>
              <a:t>padding:40px;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.cards div{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background:white;</a:t>
            </a:r>
          </a:p>
          <a:p>
            <a:r>
              <a:rPr lang="en-US" sz="1300">
                <a:solidFill>
                  <a:srgbClr val="252525"/>
                </a:solidFill>
              </a:rPr>
              <a:t>padding:25px;</a:t>
            </a:r>
          </a:p>
          <a:p>
            <a:r>
              <a:rPr lang="en-US" sz="1300">
                <a:solidFill>
                  <a:srgbClr val="252525"/>
                </a:solidFill>
              </a:rPr>
              <a:t>border-radius:15px;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54000"/>
            <a:ext cx="11887200" cy="16802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.footer{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background:#0b1f3a;</a:t>
            </a:r>
          </a:p>
          <a:p>
            <a:r>
              <a:rPr lang="en-US" sz="1300">
                <a:solidFill>
                  <a:srgbClr val="252525"/>
                </a:solidFill>
              </a:rPr>
              <a:t>color:white;</a:t>
            </a:r>
          </a:p>
          <a:p>
            <a:r>
              <a:rPr lang="en-US" sz="1300">
                <a:solidFill>
                  <a:srgbClr val="252525"/>
                </a:solidFill>
              </a:rPr>
              <a:t>text-align:center;</a:t>
            </a:r>
          </a:p>
          <a:p>
            <a:r>
              <a:rPr lang="en-US" sz="1300">
                <a:solidFill>
                  <a:srgbClr val="252525"/>
                </a:solidFill>
              </a:rPr>
              <a:t>padding:30px;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login/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register/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dashboard/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LanguageSwitcher.tsx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Register(){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className="form-container"&gt;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Create Account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 </a:t>
            </a:r>
          </a:p>
          <a:p>
            <a:r>
              <a:rPr lang="en-US" sz="1300">
                <a:solidFill>
                  <a:srgbClr val="252525"/>
                </a:solidFill>
              </a:rPr>
              <a:t>type="text"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placeholder="Full Name"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 </a:t>
            </a:r>
          </a:p>
          <a:p>
            <a:r>
              <a:rPr lang="en-US" sz="1300">
                <a:solidFill>
                  <a:srgbClr val="252525"/>
                </a:solidFill>
              </a:rPr>
              <a:t>type="email"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placeholder="Email"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 </a:t>
            </a:r>
          </a:p>
          <a:p>
            <a:r>
              <a:rPr lang="en-US" sz="1300">
                <a:solidFill>
                  <a:srgbClr val="252525"/>
                </a:solidFill>
              </a:rPr>
              <a:t>type="password"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placeholder="Password"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&lt;select&gt;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English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हिंदी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04800"/>
            <a:ext cx="11887200" cy="16751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Karbi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অসমীয়া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&lt;/select&gt;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&lt;button&gt;</a:t>
            </a:r>
          </a:p>
          <a:p>
            <a:r>
              <a:rPr lang="en-US" sz="1300">
                <a:solidFill>
                  <a:srgbClr val="252525"/>
                </a:solidFill>
              </a:rPr>
              <a:t>Register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Login(){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className="form-container"&gt;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Login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1300">
                <a:solidFill>
                  <a:srgbClr val="252525"/>
                </a:solidFill>
              </a:rPr>
              <a:t>type="email"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placeholder="Email"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1300">
                <a:solidFill>
                  <a:srgbClr val="252525"/>
                </a:solidFill>
              </a:rPr>
              <a:t>type="password"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placeholder="Password"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&lt;button&gt;</a:t>
            </a:r>
          </a:p>
          <a:p>
            <a:r>
              <a:rPr lang="en-US" sz="1300">
                <a:solidFill>
                  <a:srgbClr val="252525"/>
                </a:solidFill>
              </a:rPr>
              <a:t>Login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Forgot Password?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Dashboard(){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42900"/>
            <a:ext cx="11887200" cy="167132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Welcome to User Dashboard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My Reports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No reports submitted yet.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Account Settings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Manage your profile and language.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Notifications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No new notifications.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{useState} from "react";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LanguageSwitcher(){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[language,setLanguage]=useState("English");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81000"/>
            <a:ext cx="11887200" cy="16675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&lt;select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value={language}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onChange={(e)=&gt;</a:t>
            </a:r>
          </a:p>
          <a:p>
            <a:r>
              <a:rPr lang="en-US" sz="1300">
                <a:solidFill>
                  <a:srgbClr val="252525"/>
                </a:solidFill>
              </a:rPr>
              <a:t>setLanguage(e.target.value)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English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हिंदी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Karbi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অসমীয়া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&lt;/select&gt;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.form-container{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max-width:400px;</a:t>
            </a:r>
          </a:p>
          <a:p>
            <a:r>
              <a:rPr lang="en-US" sz="1300">
                <a:solidFill>
                  <a:srgbClr val="252525"/>
                </a:solidFill>
              </a:rPr>
              <a:t>margin:50px auto;</a:t>
            </a:r>
          </a:p>
          <a:p>
            <a:r>
              <a:rPr lang="en-US" sz="1300">
                <a:solidFill>
                  <a:srgbClr val="252525"/>
                </a:solidFill>
              </a:rPr>
              <a:t>padding:30px;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background:white;</a:t>
            </a:r>
          </a:p>
          <a:p>
            <a:r>
              <a:rPr lang="en-US" sz="1300">
                <a:solidFill>
                  <a:srgbClr val="252525"/>
                </a:solidFill>
              </a:rPr>
              <a:t>border-radius:15px;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.form-container input,</a:t>
            </a:r>
          </a:p>
          <a:p>
            <a:r>
              <a:rPr lang="en-US" sz="1300">
                <a:solidFill>
                  <a:srgbClr val="252525"/>
                </a:solidFill>
              </a:rPr>
              <a:t>.form-container select{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width:100%;</a:t>
            </a:r>
          </a:p>
          <a:p>
            <a:r>
              <a:rPr lang="en-US" sz="1300">
                <a:solidFill>
                  <a:srgbClr val="252525"/>
                </a:solidFill>
              </a:rPr>
              <a:t>padding:12px;</a:t>
            </a:r>
          </a:p>
          <a:p>
            <a:r>
              <a:rPr lang="en-US" sz="1300">
                <a:solidFill>
                  <a:srgbClr val="252525"/>
                </a:solidFill>
              </a:rPr>
              <a:t>margin:10px 0;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.form-container button{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width:100%;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31800"/>
            <a:ext cx="11887200" cy="16624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background:#0b1f3a;</a:t>
            </a:r>
          </a:p>
          <a:p>
            <a:r>
              <a:rPr lang="en-US" sz="1300">
                <a:solidFill>
                  <a:srgbClr val="252525"/>
                </a:solidFill>
              </a:rPr>
              <a:t>color:white;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.dashboard{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padding:50px;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.dashboard-card{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background:white;</a:t>
            </a:r>
          </a:p>
          <a:p>
            <a:r>
              <a:rPr lang="en-US" sz="1300">
                <a:solidFill>
                  <a:srgbClr val="252525"/>
                </a:solidFill>
              </a:rPr>
              <a:t>padding:25px;</a:t>
            </a:r>
          </a:p>
          <a:p>
            <a:r>
              <a:rPr lang="en-US" sz="1300">
                <a:solidFill>
                  <a:srgbClr val="252525"/>
                </a:solidFill>
              </a:rPr>
              <a:t>margin:20px 0;</a:t>
            </a:r>
          </a:p>
          <a:p>
            <a:r>
              <a:rPr lang="en-US" sz="1300">
                <a:solidFill>
                  <a:srgbClr val="252525"/>
                </a:solidFill>
              </a:rPr>
              <a:t>border-radius:15px;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report/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track/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ReportForm.tsx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ReportForm from "@/components/ReportForm";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ReportPage(){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Submit Report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&lt;ReportForm /&gt;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{useState} from "react";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ReportForm(){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69900"/>
            <a:ext cx="11887200" cy="165862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[caseId,setCaseId]=useState("");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function submitReport(){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id =</a:t>
            </a:r>
          </a:p>
          <a:p>
            <a:r>
              <a:rPr lang="en-US" sz="1300">
                <a:solidFill>
                  <a:srgbClr val="252525"/>
                </a:solidFill>
              </a:rPr>
              <a:t>"JKA-" +</a:t>
            </a:r>
          </a:p>
          <a:p>
            <a:r>
              <a:rPr lang="en-US" sz="1300">
                <a:solidFill>
                  <a:srgbClr val="252525"/>
                </a:solidFill>
              </a:rPr>
              <a:t>Date.now();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setCaseId(id);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className="form-container"&gt;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Incident Details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placeholder="Report Title"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&lt;textarea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placeholder="Describe the incident"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type="date"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placeholder="Location"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Upload Evidence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type="file"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08000"/>
            <a:ext cx="11887200" cy="16548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&lt;select&gt;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Incident Category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Public Safety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Legal Issue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Other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&lt;/select&gt;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onClick={submitReport}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Submit Report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caseId &amp;&amp;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Your Case ID: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{caseId}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92100"/>
            <a:ext cx="11887200" cy="16764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{useState} from "react";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TrackCase(){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[id,setId]=useState("");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[status,setStatus]=useState("");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function searchCase(){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if(id){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setStatus(</a:t>
            </a:r>
          </a:p>
          <a:p>
            <a:r>
              <a:rPr lang="en-US" sz="1300">
                <a:solidFill>
                  <a:srgbClr val="252525"/>
                </a:solidFill>
              </a:rPr>
              <a:t>"Under Review"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className="form-container"&gt;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Track Your Case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placeholder="Enter Case ID"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value={id}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onChange={</a:t>
            </a:r>
          </a:p>
          <a:p>
            <a:r>
              <a:rPr lang="en-US" sz="1300">
                <a:solidFill>
                  <a:srgbClr val="252525"/>
                </a:solidFill>
              </a:rPr>
              <a:t>(e)=&gt;setId(e.target.value)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onClick={searchCase}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30200"/>
            <a:ext cx="11887200" cy="16725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Search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status &amp;&amp;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Case Status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✓ Submitted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✓ Under Review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textarea{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width:100%;</a:t>
            </a:r>
          </a:p>
          <a:p>
            <a:r>
              <a:rPr lang="en-US" sz="1300">
                <a:solidFill>
                  <a:srgbClr val="252525"/>
                </a:solidFill>
              </a:rPr>
              <a:t>height:120px;</a:t>
            </a:r>
          </a:p>
          <a:p>
            <a:r>
              <a:rPr lang="en-US" sz="1300">
                <a:solidFill>
                  <a:srgbClr val="252525"/>
                </a:solidFill>
              </a:rPr>
              <a:t>padding:12px;</a:t>
            </a:r>
          </a:p>
          <a:p>
            <a:r>
              <a:rPr lang="en-US" sz="1300">
                <a:solidFill>
                  <a:srgbClr val="252525"/>
                </a:solidFill>
              </a:rPr>
              <a:t>margin:10px 0;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.form-container h2{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margin-top:20px;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.form-container p{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font-size:18px;</a:t>
            </a:r>
          </a:p>
          <a:p>
            <a:r>
              <a:rPr lang="en-US" sz="1300">
                <a:solidFill>
                  <a:srgbClr val="252525"/>
                </a:solidFill>
              </a:rPr>
              <a:t>font-weight:bold;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backend/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81000"/>
            <a:ext cx="11887200" cy="16675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server.js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package.json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config/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database.js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routes/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├── auth.js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reports.js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models/</a:t>
            </a:r>
          </a:p>
          <a:p>
            <a:r>
              <a:rPr lang="en-US" sz="1300">
                <a:solidFill>
                  <a:srgbClr val="252525"/>
                </a:solidFill>
              </a:rPr>
              <a:t>│       ├── User.js</a:t>
            </a:r>
          </a:p>
          <a:p>
            <a:r>
              <a:rPr lang="en-US" sz="1300">
                <a:solidFill>
                  <a:srgbClr val="252525"/>
                </a:solidFill>
              </a:rPr>
              <a:t>│       └── Report.js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frontend/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  "name": "justice-karbi-anglong-backend",</a:t>
            </a:r>
          </a:p>
          <a:p>
            <a:r>
              <a:rPr lang="en-US" sz="1300">
                <a:solidFill>
                  <a:srgbClr val="252525"/>
                </a:solidFill>
              </a:rPr>
              <a:t>  "version": "1.0.0",</a:t>
            </a:r>
          </a:p>
          <a:p>
            <a:r>
              <a:rPr lang="en-US" sz="1300">
                <a:solidFill>
                  <a:srgbClr val="252525"/>
                </a:solidFill>
              </a:rPr>
              <a:t>  "scripts": {</a:t>
            </a:r>
          </a:p>
          <a:p>
            <a:r>
              <a:rPr lang="en-US" sz="1300">
                <a:solidFill>
                  <a:srgbClr val="252525"/>
                </a:solidFill>
              </a:rPr>
              <a:t>    "start": "node server.js"</a:t>
            </a:r>
          </a:p>
          <a:p>
            <a:r>
              <a:rPr lang="en-US" sz="1300">
                <a:solidFill>
                  <a:srgbClr val="252525"/>
                </a:solidFill>
              </a:rPr>
              <a:t>  },</a:t>
            </a:r>
          </a:p>
          <a:p>
            <a:r>
              <a:rPr lang="en-US" sz="1300">
                <a:solidFill>
                  <a:srgbClr val="252525"/>
                </a:solidFill>
              </a:rPr>
              <a:t>  "dependencies": {</a:t>
            </a:r>
          </a:p>
          <a:p>
            <a:r>
              <a:rPr lang="en-US" sz="1300">
                <a:solidFill>
                  <a:srgbClr val="252525"/>
                </a:solidFill>
              </a:rPr>
              <a:t>    "express": "^4.18.2",</a:t>
            </a:r>
          </a:p>
          <a:p>
            <a:r>
              <a:rPr lang="en-US" sz="1300">
                <a:solidFill>
                  <a:srgbClr val="252525"/>
                </a:solidFill>
              </a:rPr>
              <a:t>    "cors": "^2.8.5",</a:t>
            </a:r>
          </a:p>
          <a:p>
            <a:r>
              <a:rPr lang="en-US" sz="1300">
                <a:solidFill>
                  <a:srgbClr val="252525"/>
                </a:solidFill>
              </a:rPr>
              <a:t>    "pg": "^8.11.0",</a:t>
            </a:r>
          </a:p>
          <a:p>
            <a:r>
              <a:rPr lang="en-US" sz="1300">
                <a:solidFill>
                  <a:srgbClr val="252525"/>
                </a:solidFill>
              </a:rPr>
              <a:t>    "bcrypt": "^5.1.0",</a:t>
            </a:r>
          </a:p>
          <a:p>
            <a:r>
              <a:rPr lang="en-US" sz="1300">
                <a:solidFill>
                  <a:srgbClr val="252525"/>
                </a:solidFill>
              </a:rPr>
              <a:t>    "jsonwebtoken": "^9.0.0"</a:t>
            </a:r>
          </a:p>
          <a:p>
            <a:r>
              <a:rPr lang="en-US" sz="1300">
                <a:solidFill>
                  <a:srgbClr val="252525"/>
                </a:solidFill>
              </a:rPr>
              <a:t>  }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express = require("express");</a:t>
            </a:r>
          </a:p>
          <a:p>
            <a:r>
              <a:rPr lang="en-US" sz="1300">
                <a:solidFill>
                  <a:srgbClr val="252525"/>
                </a:solidFill>
              </a:rPr>
              <a:t>const cors = require("cors");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app = express();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app.use(cors());</a:t>
            </a:r>
          </a:p>
          <a:p>
            <a:r>
              <a:rPr lang="en-US" sz="1300">
                <a:solidFill>
                  <a:srgbClr val="252525"/>
                </a:solidFill>
              </a:rPr>
              <a:t>app.use(express.json());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authRoutes =</a:t>
            </a:r>
          </a:p>
          <a:p>
            <a:r>
              <a:rPr lang="en-US" sz="1300">
                <a:solidFill>
                  <a:srgbClr val="252525"/>
                </a:solidFill>
              </a:rPr>
              <a:t>require("./routes/auth");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reportRoutes =</a:t>
            </a:r>
          </a:p>
          <a:p>
            <a:r>
              <a:rPr lang="en-US" sz="1300">
                <a:solidFill>
                  <a:srgbClr val="252525"/>
                </a:solidFill>
              </a:rPr>
              <a:t>require("./routes/reports");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app.use("/api/auth", authRoutes);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app.use("/api/reports", reportRoutes);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app.get("/",(req,res)=&gt;{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res.send(</a:t>
            </a:r>
          </a:p>
          <a:p>
            <a:r>
              <a:rPr lang="en-US" sz="1300">
                <a:solidFill>
                  <a:srgbClr val="252525"/>
                </a:solidFill>
              </a:rPr>
              <a:t>"JUSTICE KARBI ANGLONG API Running"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19100"/>
            <a:ext cx="11887200" cy="16637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app.listen(5000,()=&gt;{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console.log(</a:t>
            </a:r>
          </a:p>
          <a:p>
            <a:r>
              <a:rPr lang="en-US" sz="1300">
                <a:solidFill>
                  <a:srgbClr val="252525"/>
                </a:solidFill>
              </a:rPr>
              <a:t>"Server running on port 5000"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{Pool}=require("pg");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pool=new Pool({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user:"postgres",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host:"localhost",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database:"justice_karbi",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password:"password",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port:5432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module.exports=pool;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db=require("../config/database");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createUser: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async(name,email,password)=&gt;{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"INSERT INTO users(name,email,password) VALUES($1,$2,$3)",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[name,email,password]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router=require("express").Router();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bcrypt=require("bcrypt");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69900"/>
            <a:ext cx="11887200" cy="165862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router.post("/register",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}=req.body;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hash=</a:t>
            </a:r>
          </a:p>
          <a:p>
            <a:r>
              <a:rPr lang="en-US" sz="1300">
                <a:solidFill>
                  <a:srgbClr val="252525"/>
                </a:solidFill>
              </a:rPr>
              <a:t>await bcrypt.hash(password,10);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</a:t>
            </a:r>
          </a:p>
          <a:p>
            <a:r>
              <a:rPr lang="en-US" sz="1300">
                <a:solidFill>
                  <a:srgbClr val="252525"/>
                </a:solidFill>
              </a:rPr>
              <a:t>"User registered successfully"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module.exports=router;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router=require("express").Router();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router.post("/submit",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report=req.body;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caseId=</a:t>
            </a:r>
          </a:p>
          <a:p>
            <a:r>
              <a:rPr lang="en-US" sz="1300">
                <a:solidFill>
                  <a:srgbClr val="252525"/>
                </a:solidFill>
              </a:rPr>
              <a:t>"JKA-"+Date.now();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</a:t>
            </a:r>
          </a:p>
          <a:p>
            <a:r>
              <a:rPr lang="en-US" sz="1300">
                <a:solidFill>
                  <a:srgbClr val="252525"/>
                </a:solidFill>
              </a:rPr>
              <a:t>"Report submitted",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caseId:caseId,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data:report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08000"/>
            <a:ext cx="11887200" cy="16548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module.exports=router;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Admin(){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Admin Dashboard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New Reports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Review submitted cases.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Users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Manage users.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backend/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uploads/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79400"/>
            <a:ext cx="11887200" cy="167767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├── database/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schema.sql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middleware/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auth.js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frontend/</a:t>
            </a:r>
          </a:p>
          <a:p>
            <a:r>
              <a:rPr lang="en-US" sz="1300">
                <a:solidFill>
                  <a:srgbClr val="252525"/>
                </a:solidFill>
              </a:rPr>
              <a:t>    └──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        └── admin/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 DATABASE justice_karbi;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 TABLE users(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 SERIAL PRIMARY KEY,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name VARCHAR(100),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email VARCHAR(150) UNIQUE,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password TEXT,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language VARCHAR(20) DEFAULT 'English',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created_at TIMESTAMP DEFAULT CURRENT_TIMESTAMP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 TABLE reports(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 SERIAL PRIMARY KEY,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case_id VARCHAR(50) UNIQUE,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user_id INTEGER REFERENCES users(id),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 TEXT,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description TEXT,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location TEXT,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category VARCHAR(100),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status VARCHAR(50) DEFAULT 'Submitted',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created_at TIMESTAMP DEFAULT CURRENT_TIMESTAMP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CREATE TABLE evidence(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 SERIAL PRIMARY KEY,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report_id INTEGER REFERENCES reports(id),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file_name TEXT,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30200"/>
            <a:ext cx="11887200" cy="16725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file_type TEXT,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file_path TEXT,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uploaded_at TIMESTAMP DEFAULT CURRENT_TIMESTAMP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jwt=require("jsonwebtoken");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function verifyToken(req,res,next){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req.headers.authorization;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if(!token){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res.status(401).json({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message:"Access denied"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try{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 =</a:t>
            </a:r>
          </a:p>
          <a:p>
            <a:r>
              <a:rPr lang="en-US" sz="1300">
                <a:solidFill>
                  <a:srgbClr val="252525"/>
                </a:solidFill>
              </a:rPr>
              <a:t>jwt.verify(</a:t>
            </a:r>
          </a:p>
          <a:p>
            <a:r>
              <a:rPr lang="en-US" sz="1300">
                <a:solidFill>
                  <a:srgbClr val="252525"/>
                </a:solidFill>
              </a:rPr>
              <a:t>token,</a:t>
            </a:r>
          </a:p>
          <a:p>
            <a:r>
              <a:rPr lang="en-US" sz="1300">
                <a:solidFill>
                  <a:srgbClr val="252525"/>
                </a:solidFill>
              </a:rPr>
              <a:t>"SECRET_KEY"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req.user=user;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catch(error){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res.status(400).json({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message:"Invalid Token"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68300"/>
            <a:ext cx="11887200" cy="166878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module.exports=verifyToken;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npm install multer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router=require("express").Router();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multer=require("multer");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storage=</a:t>
            </a:r>
          </a:p>
          <a:p>
            <a:r>
              <a:rPr lang="en-US" sz="1300">
                <a:solidFill>
                  <a:srgbClr val="252525"/>
                </a:solidFill>
              </a:rPr>
              <a:t>multer.diskStorage({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destination:</a:t>
            </a:r>
          </a:p>
          <a:p>
            <a:r>
              <a:rPr lang="en-US" sz="1300">
                <a:solidFill>
                  <a:srgbClr val="252525"/>
                </a:solidFill>
              </a:rPr>
              <a:t>(req,file,cb)=&gt;{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cb(null,"uploads/");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filename:</a:t>
            </a:r>
          </a:p>
          <a:p>
            <a:r>
              <a:rPr lang="en-US" sz="1300">
                <a:solidFill>
                  <a:srgbClr val="252525"/>
                </a:solidFill>
              </a:rPr>
              <a:t>(req,file,cb)=&gt;{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cb(</a:t>
            </a:r>
          </a:p>
          <a:p>
            <a:r>
              <a:rPr lang="en-US" sz="1300">
                <a:solidFill>
                  <a:srgbClr val="252525"/>
                </a:solidFill>
              </a:rPr>
              <a:t>null,</a:t>
            </a:r>
          </a:p>
          <a:p>
            <a:r>
              <a:rPr lang="en-US" sz="1300">
                <a:solidFill>
                  <a:srgbClr val="252525"/>
                </a:solidFill>
              </a:rPr>
              <a:t>Date.now()+"-"+file.originalname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upload=</a:t>
            </a:r>
          </a:p>
          <a:p>
            <a:r>
              <a:rPr lang="en-US" sz="1300">
                <a:solidFill>
                  <a:srgbClr val="252525"/>
                </a:solidFill>
              </a:rPr>
              <a:t>multer({storage});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router.post(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"/evidence",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upload.single("file"),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</a:t>
            </a:r>
          </a:p>
          <a:p>
            <a:r>
              <a:rPr lang="en-US" sz="1300">
                <a:solidFill>
                  <a:srgbClr val="252525"/>
                </a:solidFill>
              </a:rPr>
              <a:t>"Evidence uploaded",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file:req.file.filename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19100"/>
            <a:ext cx="11887200" cy="16637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module.exports=router;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Admin(){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JUSTICE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Admin Control Panel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📋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Reports Management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View and review reports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👥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User Management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Manage registered users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📂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Evidence Review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Check uploaded files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57200"/>
            <a:ext cx="11887200" cy="16598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karbi-anglong/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culture/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wildlife/</a:t>
            </a:r>
          </a:p>
          <a:p>
            <a:r>
              <a:rPr lang="en-US" sz="1300">
                <a:solidFill>
                  <a:srgbClr val="252525"/>
                </a:solidFill>
              </a:rPr>
              <a:t>│   │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│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gallery/</a:t>
            </a:r>
          </a:p>
          <a:p>
            <a:r>
              <a:rPr lang="en-US" sz="1300">
                <a:solidFill>
                  <a:srgbClr val="252525"/>
                </a:solidFill>
              </a:rPr>
              <a:t>│    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LanguageContent.tsx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public/</a:t>
            </a:r>
          </a:p>
          <a:p>
            <a:r>
              <a:rPr lang="en-US" sz="1300">
                <a:solidFill>
                  <a:srgbClr val="252525"/>
                </a:solidFill>
              </a:rPr>
              <a:t>    └── images/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Link from "next/link";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KarbiAnglong(){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 className="hero"&gt;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Explore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Land of hills, culture and nature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 className="cards"&gt;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&lt;Link href="/karbi-anglong/culture"&gt;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🎭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Karbi Culture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95300"/>
            <a:ext cx="11887200" cy="165608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Tradition, festival and heritage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&lt;/Link&gt;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&lt;Link href="/karbi-anglong/wildlife"&gt;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🌳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Nature &amp; Wildlife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Forest, animals and birds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&lt;/Link&gt;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&lt;Link href="/karbi-anglong/gallery"&gt;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📸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Gallery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Images of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&lt;/Link&gt;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Map of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className="map-box"&gt;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79400"/>
            <a:ext cx="11887200" cy="167767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🗺️</a:t>
            </a:r>
          </a:p>
          <a:p>
            <a:r>
              <a:rPr lang="en-US" sz="1300">
                <a:solidFill>
                  <a:srgbClr val="252525"/>
                </a:solidFill>
              </a:rPr>
              <a:t>&lt;br/&gt;</a:t>
            </a:r>
          </a:p>
          <a:p>
            <a:r>
              <a:rPr lang="en-US" sz="1300">
                <a:solidFill>
                  <a:srgbClr val="252525"/>
                </a:solidFill>
              </a:rPr>
              <a:t>Interactive Map Coming Soon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Culture(){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Karbi Culture &amp; Heritage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Traditional Dress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Karbi traditional clothing and designs.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Festivals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Traditional celebrations and cultural events.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Music &amp; Dance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17500"/>
            <a:ext cx="11887200" cy="16738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Karbi folk music and traditional dances.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Wildlife(){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Nature &amp; Wildlife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🐘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Animals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Local wildlife information.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🦜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Birds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Bird species and nature.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🌲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Forests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Forest ecosystem of Karbi Anglong.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68300"/>
            <a:ext cx="11887200" cy="166878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Gallery(){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Karbi Anglong Gallery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className="gallery"&gt;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1300">
                <a:solidFill>
                  <a:srgbClr val="252525"/>
                </a:solidFill>
              </a:rPr>
              <a:t>Mountain Image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1300">
                <a:solidFill>
                  <a:srgbClr val="252525"/>
                </a:solidFill>
              </a:rPr>
              <a:t>Culture Image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1300">
                <a:solidFill>
                  <a:srgbClr val="252525"/>
                </a:solidFill>
              </a:rPr>
              <a:t>Wildlife Image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{useState} from "react";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LanguageContent(){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[lang,setLang]=useState("English");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text={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English:"Welcome to Karbi Anglong",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Hindi:"कार्बी आंगलोंग में आपका स्वागत है",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06400"/>
            <a:ext cx="11887200" cy="166497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Karbi:"Karbi Anglong Welcome",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Assamese:"কাৰ্বি আংলঙলৈ স্বাগতম"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&lt;select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onChange={(e)=&gt;setLang(e.target.value)}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English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Hindi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Karbi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&lt;option&gt;</a:t>
            </a:r>
          </a:p>
          <a:p>
            <a:r>
              <a:rPr lang="en-US" sz="1300">
                <a:solidFill>
                  <a:srgbClr val="252525"/>
                </a:solidFill>
              </a:rPr>
              <a:t>Assamese</a:t>
            </a:r>
          </a:p>
          <a:p>
            <a:r>
              <a:rPr lang="en-US" sz="1300">
                <a:solidFill>
                  <a:srgbClr val="252525"/>
                </a:solidFill>
              </a:rPr>
              <a:t>&lt;/option&gt;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&lt;/select&gt;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{text[lang as keyof typeof text]}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.map-box{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height:300px;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background:#ddd;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align-items:center;</a:t>
            </a:r>
          </a:p>
          <a:p>
            <a:r>
              <a:rPr lang="en-US" sz="1300">
                <a:solidFill>
                  <a:srgbClr val="252525"/>
                </a:solidFill>
              </a:rPr>
              <a:t>justify-content:center;</a:t>
            </a:r>
          </a:p>
          <a:p>
            <a:r>
              <a:rPr lang="en-US" sz="1300">
                <a:solidFill>
                  <a:srgbClr val="252525"/>
                </a:solidFill>
              </a:rPr>
              <a:t>font-size:30px;</a:t>
            </a:r>
          </a:p>
          <a:p>
            <a:r>
              <a:rPr lang="en-US" sz="1300">
                <a:solidFill>
                  <a:srgbClr val="252525"/>
                </a:solidFill>
              </a:rPr>
              <a:t>border-radius:20px;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.gallery{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44500"/>
            <a:ext cx="11887200" cy="16611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gap:20px;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.gallery div{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height:200px;</a:t>
            </a:r>
          </a:p>
          <a:p>
            <a:r>
              <a:rPr lang="en-US" sz="1300">
                <a:solidFill>
                  <a:srgbClr val="252525"/>
                </a:solidFill>
              </a:rPr>
              <a:t>width:200px;</a:t>
            </a:r>
          </a:p>
          <a:p>
            <a:r>
              <a:rPr lang="en-US" sz="1300">
                <a:solidFill>
                  <a:srgbClr val="252525"/>
                </a:solidFill>
              </a:rPr>
              <a:t>background:#eee;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align-items:center;</a:t>
            </a:r>
          </a:p>
          <a:p>
            <a:r>
              <a:rPr lang="en-US" sz="1300">
                <a:solidFill>
                  <a:srgbClr val="252525"/>
                </a:solidFill>
              </a:rPr>
              <a:t>justify-content:center;</a:t>
            </a:r>
          </a:p>
          <a:p>
            <a:r>
              <a:rPr lang="en-US" sz="1300">
                <a:solidFill>
                  <a:srgbClr val="252525"/>
                </a:solidFill>
              </a:rPr>
              <a:t>border-radius:15px;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│── notifications/</a:t>
            </a:r>
          </a:p>
          <a:p>
            <a:r>
              <a:rPr lang="en-US" sz="1300">
                <a:solidFill>
                  <a:srgbClr val="252525"/>
                </a:solidFill>
              </a:rPr>
              <a:t>│ 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MapSection.tsx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TranslationProvider.tsx</a:t>
            </a:r>
          </a:p>
          <a:p>
            <a:r>
              <a:rPr lang="en-US" sz="1300">
                <a:solidFill>
                  <a:srgbClr val="252525"/>
                </a:solidFill>
              </a:rPr>
              <a:t>│    └── NotificationCard.tsx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translations/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en.json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hi.json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karbi.json</a:t>
            </a:r>
          </a:p>
          <a:p>
            <a:r>
              <a:rPr lang="en-US" sz="1300">
                <a:solidFill>
                  <a:srgbClr val="252525"/>
                </a:solidFill>
              </a:rPr>
              <a:t>│    └── as.json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  "home": "Welcome to JUSTICE KARBI ANGLONG",</a:t>
            </a:r>
          </a:p>
          <a:p>
            <a:r>
              <a:rPr lang="en-US" sz="1300">
                <a:solidFill>
                  <a:srgbClr val="252525"/>
                </a:solidFill>
              </a:rPr>
              <a:t>  "report": "Submit Report",</a:t>
            </a:r>
          </a:p>
          <a:p>
            <a:r>
              <a:rPr lang="en-US" sz="1300">
                <a:solidFill>
                  <a:srgbClr val="252525"/>
                </a:solidFill>
              </a:rPr>
              <a:t>  "track": "Track Case",</a:t>
            </a:r>
          </a:p>
          <a:p>
            <a:r>
              <a:rPr lang="en-US" sz="1300">
                <a:solidFill>
                  <a:srgbClr val="252525"/>
                </a:solidFill>
              </a:rPr>
              <a:t>  "culture": "Karbi Culture"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  "home": "JUSTICE KARBI ANGLONG में आपका स्वागत है",</a:t>
            </a:r>
          </a:p>
          <a:p>
            <a:r>
              <a:rPr lang="en-US" sz="1300">
                <a:solidFill>
                  <a:srgbClr val="252525"/>
                </a:solidFill>
              </a:rPr>
              <a:t>  "report": "रिपोर्ट जमा करें",</a:t>
            </a:r>
          </a:p>
          <a:p>
            <a:r>
              <a:rPr lang="en-US" sz="1300">
                <a:solidFill>
                  <a:srgbClr val="252525"/>
                </a:solidFill>
              </a:rPr>
              <a:t>  "track": "केस ट्रैक करें",</a:t>
            </a:r>
          </a:p>
          <a:p>
            <a:r>
              <a:rPr lang="en-US" sz="1300">
                <a:solidFill>
                  <a:srgbClr val="252525"/>
                </a:solidFill>
              </a:rPr>
              <a:t>  "culture": "कार्बी संस्कृति"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  "home": "Karbi Anglong Portal",</a:t>
            </a:r>
          </a:p>
          <a:p>
            <a:r>
              <a:rPr lang="en-US" sz="1300">
                <a:solidFill>
                  <a:srgbClr val="252525"/>
                </a:solidFill>
              </a:rPr>
              <a:t>  "report": "Report Submit",</a:t>
            </a:r>
          </a:p>
          <a:p>
            <a:r>
              <a:rPr lang="en-US" sz="1300">
                <a:solidFill>
                  <a:srgbClr val="252525"/>
                </a:solidFill>
              </a:rPr>
              <a:t>  "track": "Case Track",</a:t>
            </a:r>
          </a:p>
          <a:p>
            <a:r>
              <a:rPr lang="en-US" sz="1300">
                <a:solidFill>
                  <a:srgbClr val="252525"/>
                </a:solidFill>
              </a:rPr>
              <a:t>  "culture": "Karbi Culture"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  "home": "কাৰ্বি আংলং প'ৰ্টেললৈ স্বাগতম",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95300"/>
            <a:ext cx="11887200" cy="165608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  "report": "ৰিপ'ৰ্ট জমা কৰক",</a:t>
            </a:r>
          </a:p>
          <a:p>
            <a:r>
              <a:rPr lang="en-US" sz="1300">
                <a:solidFill>
                  <a:srgbClr val="252525"/>
                </a:solidFill>
              </a:rPr>
              <a:t>  "track": "কেছ অনুসৰণ কৰক",</a:t>
            </a:r>
          </a:p>
          <a:p>
            <a:r>
              <a:rPr lang="en-US" sz="1300">
                <a:solidFill>
                  <a:srgbClr val="252525"/>
                </a:solidFill>
              </a:rPr>
              <a:t>  "culture": "কাৰ্বি সংস্কৃতি"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MapSection(){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&lt;section&gt;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Karbi Anglong Map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className="map-container"&gt;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🗺️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Interactive Map Integration Area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&lt;/section&gt;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NotificationCard(){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🔔 Notification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&lt;p&gt;</a:t>
            </a:r>
          </a:p>
          <a:p>
            <a:r>
              <a:rPr lang="en-US" sz="1300">
                <a:solidFill>
                  <a:srgbClr val="252525"/>
                </a:solidFill>
              </a:rPr>
              <a:t>Your report status will appear here.</a:t>
            </a:r>
          </a:p>
          <a:p>
            <a:r>
              <a:rPr lang="en-US" sz="1300">
                <a:solidFill>
                  <a:srgbClr val="252525"/>
                </a:solidFill>
              </a:rPr>
              <a:t>&lt;/p&gt;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NotificationCard </a:t>
            </a:r>
          </a:p>
          <a:p>
            <a:r>
              <a:rPr lang="en-US" sz="1300">
                <a:solidFill>
                  <a:srgbClr val="252525"/>
                </a:solidFill>
              </a:rPr>
              <a:t>from "@/components/NotificationCard";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Notifications(){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66700"/>
            <a:ext cx="11887200" cy="167894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Notifications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&lt;NotificationCard 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@media(max-width:768px){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.navbar{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flex-direction:column;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.menu{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flex-direction:column;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.cards{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flex-direction:column;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.hero h1{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font-size:32px;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backend/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config/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database.js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env.js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controllers/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authController.js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reportController.js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routes/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auth.js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17500"/>
            <a:ext cx="11887200" cy="16738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│   └── reports.js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middleware/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auth.js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upload.js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.env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PORT=5000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DATABASE_URL=postgresql://username:password@localhost:5432/justice_karbi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JWT_SECRET=change_this_secret_key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UPLOAD_PATH=uploads/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 Pool } = require("pg");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pool = new Pool({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connectionString: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process.env.DATABASE_URL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 = pool;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bcrypt = require("bcrypt");</a:t>
            </a:r>
          </a:p>
          <a:p>
            <a:r>
              <a:rPr lang="en-US" sz="1300">
                <a:solidFill>
                  <a:srgbClr val="252525"/>
                </a:solidFill>
              </a:rPr>
              <a:t>const jwt = require("jsonwebtoken");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exports.register = 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}=req.body;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hashedPassword =</a:t>
            </a:r>
          </a:p>
          <a:p>
            <a:r>
              <a:rPr lang="en-US" sz="1300">
                <a:solidFill>
                  <a:srgbClr val="252525"/>
                </a:solidFill>
              </a:rPr>
              <a:t>await bcrypt.hash(password,10);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</a:t>
            </a:r>
          </a:p>
          <a:p>
            <a:r>
              <a:rPr lang="en-US" sz="1300">
                <a:solidFill>
                  <a:srgbClr val="252525"/>
                </a:solidFill>
              </a:rPr>
              <a:t>"Account created successfully"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exports.login = async(req,res)=&gt;{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55600"/>
            <a:ext cx="11887200" cy="16700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jwt.sign(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email:req.body.email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process.env.JWT_SECRET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token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jwt=require("jsonwebtoken");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module.exports=(req,res,next)=&gt;{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req.headers.authorization;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if(!token){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res.status(401).json({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message:"Login required"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try{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 =</a:t>
            </a:r>
          </a:p>
          <a:p>
            <a:r>
              <a:rPr lang="en-US" sz="1300">
                <a:solidFill>
                  <a:srgbClr val="252525"/>
                </a:solidFill>
              </a:rPr>
              <a:t>jwt.verify(</a:t>
            </a:r>
          </a:p>
          <a:p>
            <a:r>
              <a:rPr lang="en-US" sz="1300">
                <a:solidFill>
                  <a:srgbClr val="252525"/>
                </a:solidFill>
              </a:rPr>
              <a:t>token,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process.env.JWT_SECRET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req.user=user;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catch(err){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06400"/>
            <a:ext cx="11887200" cy="166497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res.status(403).json({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message:"Invalid token"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multer=require("multer");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storage =</a:t>
            </a:r>
          </a:p>
          <a:p>
            <a:r>
              <a:rPr lang="en-US" sz="1300">
                <a:solidFill>
                  <a:srgbClr val="252525"/>
                </a:solidFill>
              </a:rPr>
              <a:t>multer.diskStorage({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destination:"uploads/",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filename:(req,file,cb)=&gt;{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cb(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null,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Date.now()+"-"+file.originalname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upload =</a:t>
            </a:r>
          </a:p>
          <a:p>
            <a:r>
              <a:rPr lang="en-US" sz="1300">
                <a:solidFill>
                  <a:srgbClr val="252525"/>
                </a:solidFill>
              </a:rPr>
              <a:t>multer({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storage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module.exports=upload;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exports.getReports=(req,res)=&gt;{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reports:[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id:1,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status:"Under Review"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44500"/>
            <a:ext cx="11887200" cy="16611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│── admin/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reports/</a:t>
            </a:r>
          </a:p>
          <a:p>
            <a:r>
              <a:rPr lang="en-US" sz="1300">
                <a:solidFill>
                  <a:srgbClr val="252525"/>
                </a:solidFill>
              </a:rPr>
              <a:t>│    │ 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    └── users/</a:t>
            </a:r>
          </a:p>
          <a:p>
            <a:r>
              <a:rPr lang="en-US" sz="1300">
                <a:solidFill>
                  <a:srgbClr val="252525"/>
                </a:solidFill>
              </a:rPr>
              <a:t>│         └── page.tsx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 ├── AdminCard.tsx</a:t>
            </a:r>
          </a:p>
          <a:p>
            <a:r>
              <a:rPr lang="en-US" sz="1300">
                <a:solidFill>
                  <a:srgbClr val="252525"/>
                </a:solidFill>
              </a:rPr>
              <a:t>│    └── CaseTable.tsx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config/</a:t>
            </a:r>
          </a:p>
          <a:p>
            <a:r>
              <a:rPr lang="en-US" sz="1300">
                <a:solidFill>
                  <a:srgbClr val="252525"/>
                </a:solidFill>
              </a:rPr>
              <a:t>│    └── cloud.js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public/</a:t>
            </a:r>
          </a:p>
          <a:p>
            <a:r>
              <a:rPr lang="en-US" sz="1300">
                <a:solidFill>
                  <a:srgbClr val="252525"/>
                </a:solidFill>
              </a:rPr>
              <a:t>    └── seo/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AdminCard from "@/components/AdminCard";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AdminDashboard(){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 className="dashboard"&gt;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JUSTICE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&lt;h2&gt;</a:t>
            </a:r>
          </a:p>
          <a:p>
            <a:r>
              <a:rPr lang="en-US" sz="1300">
                <a:solidFill>
                  <a:srgbClr val="252525"/>
                </a:solidFill>
              </a:rPr>
              <a:t>Admin Dashboard</a:t>
            </a:r>
          </a:p>
          <a:p>
            <a:r>
              <a:rPr lang="en-US" sz="1300">
                <a:solidFill>
                  <a:srgbClr val="252525"/>
                </a:solidFill>
              </a:rPr>
              <a:t>&lt;/h2&gt;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&lt;AdminCard</a:t>
            </a:r>
          </a:p>
          <a:p>
            <a:r>
              <a:rPr lang="en-US" sz="1300">
                <a:solidFill>
                  <a:srgbClr val="252525"/>
                </a:solidFill>
              </a:rPr>
              <a:t>title="Total Reports"</a:t>
            </a:r>
          </a:p>
          <a:p>
            <a:r>
              <a:rPr lang="en-US" sz="1300">
                <a:solidFill>
                  <a:srgbClr val="252525"/>
                </a:solidFill>
              </a:rPr>
              <a:t>value="245"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&lt;AdminCard</a:t>
            </a:r>
          </a:p>
          <a:p>
            <a:r>
              <a:rPr lang="en-US" sz="1300">
                <a:solidFill>
                  <a:srgbClr val="252525"/>
                </a:solidFill>
              </a:rPr>
              <a:t>title="Pending Cases"</a:t>
            </a:r>
          </a:p>
          <a:p>
            <a:r>
              <a:rPr lang="en-US" sz="1300">
                <a:solidFill>
                  <a:srgbClr val="252525"/>
                </a:solidFill>
              </a:rPr>
              <a:t>value="52"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&lt;AdminCard</a:t>
            </a:r>
          </a:p>
          <a:p>
            <a:r>
              <a:rPr lang="en-US" sz="1300">
                <a:solidFill>
                  <a:srgbClr val="252525"/>
                </a:solidFill>
              </a:rPr>
              <a:t>title="Users"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82600"/>
            <a:ext cx="11887200" cy="16573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value="1200"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AdminCard({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title,</a:t>
            </a:r>
          </a:p>
          <a:p>
            <a:r>
              <a:rPr lang="en-US" sz="1300">
                <a:solidFill>
                  <a:srgbClr val="252525"/>
                </a:solidFill>
              </a:rPr>
              <a:t>value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}:{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title:string,</a:t>
            </a:r>
          </a:p>
          <a:p>
            <a:r>
              <a:rPr lang="en-US" sz="1300">
                <a:solidFill>
                  <a:srgbClr val="252525"/>
                </a:solidFill>
              </a:rPr>
              <a:t>value:string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 className="dashboard-card"&gt;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&lt;h3&gt;</a:t>
            </a:r>
          </a:p>
          <a:p>
            <a:r>
              <a:rPr lang="en-US" sz="1300">
                <a:solidFill>
                  <a:srgbClr val="252525"/>
                </a:solidFill>
              </a:rPr>
              <a:t>{title}</a:t>
            </a:r>
          </a:p>
          <a:p>
            <a:r>
              <a:rPr lang="en-US" sz="1300">
                <a:solidFill>
                  <a:srgbClr val="252525"/>
                </a:solidFill>
              </a:rPr>
              <a:t>&lt;/h3&gt;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{value}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CaseTable(){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cases=[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id:"JKA-1001",</a:t>
            </a:r>
          </a:p>
          <a:p>
            <a:r>
              <a:rPr lang="en-US" sz="1300">
                <a:solidFill>
                  <a:srgbClr val="252525"/>
                </a:solidFill>
              </a:rPr>
              <a:t>status:"Under Review"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id:"JKA-1002",</a:t>
            </a:r>
          </a:p>
          <a:p>
            <a:r>
              <a:rPr lang="en-US" sz="1300">
                <a:solidFill>
                  <a:srgbClr val="252525"/>
                </a:solidFill>
              </a:rPr>
              <a:t>status:"Submitted"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];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66700"/>
            <a:ext cx="11887200" cy="167894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&lt;table&gt;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&lt;thead&gt;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&lt;tr&gt;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&lt;th&gt;</a:t>
            </a:r>
          </a:p>
          <a:p>
            <a:r>
              <a:rPr lang="en-US" sz="1300">
                <a:solidFill>
                  <a:srgbClr val="252525"/>
                </a:solidFill>
              </a:rPr>
              <a:t>Case ID</a:t>
            </a:r>
          </a:p>
          <a:p>
            <a:r>
              <a:rPr lang="en-US" sz="1300">
                <a:solidFill>
                  <a:srgbClr val="252525"/>
                </a:solidFill>
              </a:rPr>
              <a:t>&lt;/th&gt;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&lt;th&gt;</a:t>
            </a:r>
          </a:p>
          <a:p>
            <a:r>
              <a:rPr lang="en-US" sz="1300">
                <a:solidFill>
                  <a:srgbClr val="252525"/>
                </a:solidFill>
              </a:rPr>
              <a:t>Status</a:t>
            </a:r>
          </a:p>
          <a:p>
            <a:r>
              <a:rPr lang="en-US" sz="1300">
                <a:solidFill>
                  <a:srgbClr val="252525"/>
                </a:solidFill>
              </a:rPr>
              <a:t>&lt;/th&gt;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&lt;/tr&gt;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&lt;/thead&gt;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&lt;tbody&gt;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cases.map((item)=&gt;(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&lt;tr key={</a:t>
            </a:r>
            <a:r>
              <a:rPr lang="en-US" sz="1300">
                <a:solidFill>
                  <a:srgbClr val="252525"/>
                </a:solidFill>
              </a:rPr>
              <a:t>item.id</a:t>
            </a:r>
            <a:r>
              <a:rPr lang="en-US" sz="1300">
                <a:solidFill>
                  <a:srgbClr val="252525"/>
                </a:solidFill>
              </a:rPr>
              <a:t>}&gt;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&lt;td&gt;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  <a:r>
              <a:rPr lang="en-US" sz="1300">
                <a:solidFill>
                  <a:srgbClr val="252525"/>
                </a:solidFill>
              </a:rPr>
              <a:t>item.id</a:t>
            </a:r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&lt;/td&gt;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&lt;td&gt;</a:t>
            </a:r>
          </a:p>
          <a:p>
            <a:r>
              <a:rPr lang="en-US" sz="1300">
                <a:solidFill>
                  <a:srgbClr val="252525"/>
                </a:solidFill>
              </a:rPr>
              <a:t>{item.status}</a:t>
            </a:r>
          </a:p>
          <a:p>
            <a:r>
              <a:rPr lang="en-US" sz="1300">
                <a:solidFill>
                  <a:srgbClr val="252525"/>
                </a:solidFill>
              </a:rPr>
              <a:t>&lt;/td&gt;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&lt;/tr&gt;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&lt;/tbody&gt;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&lt;/table&gt;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import CaseTable from "@/components/CaseTable";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Reports(){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Case Management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04800"/>
            <a:ext cx="11887200" cy="16751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&lt;CaseTable 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cloudConfig={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storage:"Cloud Storage",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folder:"justice-karbi-evidence",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backup:true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module.exports=cloudConfig;</a:t>
            </a:r>
          </a:p>
          <a:p>
            <a:r>
              <a:rPr lang="en-US" sz="1300">
                <a:solidFill>
                  <a:srgbClr val="252525"/>
                </a:solidFill>
              </a:rPr>
              <a:t>export const metadata={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title:</a:t>
            </a:r>
          </a:p>
          <a:p>
            <a:r>
              <a:rPr lang="en-US" sz="1300">
                <a:solidFill>
                  <a:srgbClr val="252525"/>
                </a:solidFill>
              </a:rPr>
              <a:t>"JUSTICE KARBI ANGLONG",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description:</a:t>
            </a:r>
          </a:p>
          <a:p>
            <a:r>
              <a:rPr lang="en-US" sz="1300">
                <a:solidFill>
                  <a:srgbClr val="252525"/>
                </a:solidFill>
              </a:rPr>
              <a:t>"Citizen reporting and information platform for Karbi Anglong",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keywords:[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"Karbi Anglong",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"Justice",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"Citizen Portal"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justice-karbi-anglong/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frontend/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public/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package.json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backend/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routes/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controllers/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middleware/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models/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server.js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database/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schema.sql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55600"/>
            <a:ext cx="11887200" cy="16700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docs/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</a:t>
            </a:r>
            <a:r>
              <a:rPr lang="en-US" sz="1300">
                <a:solidFill>
                  <a:srgbClr val="252525"/>
                </a:solidFill>
              </a:rPr>
              <a:t>README.md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</a:t>
            </a:r>
            <a:r>
              <a:rPr lang="en-US" sz="1300">
                <a:solidFill>
                  <a:srgbClr val="252525"/>
                </a:solidFill>
              </a:rPr>
              <a:t>INSTALLATION.md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</a:t>
            </a:r>
            <a:r>
              <a:rPr lang="en-US" sz="1300">
                <a:solidFill>
                  <a:srgbClr val="252525"/>
                </a:solidFill>
              </a:rPr>
              <a:t>API.md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.env.example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 Backend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PORT=5000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DATABASE_URL=your_database_url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JWT_SECRET=your_secret_key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 Frontend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NEXT_PUBLIC_API_URL=http://localhost:5000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 JUSTICE KARBI ANGLONG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Truth • Justice • Unity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## About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 KARBI ANGLONG is a digital citizen platform</a:t>
            </a:r>
          </a:p>
          <a:p>
            <a:r>
              <a:rPr lang="en-US" sz="1300">
                <a:solidFill>
                  <a:srgbClr val="252525"/>
                </a:solidFill>
              </a:rPr>
              <a:t>designed for responsible information sharing,</a:t>
            </a:r>
          </a:p>
          <a:p>
            <a:r>
              <a:rPr lang="en-US" sz="1300">
                <a:solidFill>
                  <a:srgbClr val="252525"/>
                </a:solidFill>
              </a:rPr>
              <a:t>case tracking and community support.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## Features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- User Registration</a:t>
            </a:r>
          </a:p>
          <a:p>
            <a:r>
              <a:rPr lang="en-US" sz="1300">
                <a:solidFill>
                  <a:srgbClr val="252525"/>
                </a:solidFill>
              </a:rPr>
              <a:t>- Secure Login</a:t>
            </a:r>
          </a:p>
          <a:p>
            <a:r>
              <a:rPr lang="en-US" sz="1300">
                <a:solidFill>
                  <a:srgbClr val="252525"/>
                </a:solidFill>
              </a:rPr>
              <a:t>- Report Submission</a:t>
            </a:r>
          </a:p>
          <a:p>
            <a:r>
              <a:rPr lang="en-US" sz="1300">
                <a:solidFill>
                  <a:srgbClr val="252525"/>
                </a:solidFill>
              </a:rPr>
              <a:t>- Evidence Upload</a:t>
            </a:r>
          </a:p>
          <a:p>
            <a:r>
              <a:rPr lang="en-US" sz="1300">
                <a:solidFill>
                  <a:srgbClr val="252525"/>
                </a:solidFill>
              </a:rPr>
              <a:t>- Case Tracking</a:t>
            </a:r>
          </a:p>
          <a:p>
            <a:r>
              <a:rPr lang="en-US" sz="1300">
                <a:solidFill>
                  <a:srgbClr val="252525"/>
                </a:solidFill>
              </a:rPr>
              <a:t>- Admin Dashboard</a:t>
            </a:r>
          </a:p>
          <a:p>
            <a:r>
              <a:rPr lang="en-US" sz="1300">
                <a:solidFill>
                  <a:srgbClr val="252525"/>
                </a:solidFill>
              </a:rPr>
              <a:t>- Multi Language Support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Languages: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- English</a:t>
            </a:r>
          </a:p>
          <a:p>
            <a:r>
              <a:rPr lang="en-US" sz="1300">
                <a:solidFill>
                  <a:srgbClr val="252525"/>
                </a:solidFill>
              </a:rPr>
              <a:t>- Hindi</a:t>
            </a:r>
          </a:p>
          <a:p>
            <a:r>
              <a:rPr lang="en-US" sz="1300">
                <a:solidFill>
                  <a:srgbClr val="252525"/>
                </a:solidFill>
              </a:rPr>
              <a:t>- Karbi</a:t>
            </a:r>
          </a:p>
          <a:p>
            <a:r>
              <a:rPr lang="en-US" sz="1300">
                <a:solidFill>
                  <a:srgbClr val="252525"/>
                </a:solidFill>
              </a:rPr>
              <a:t>- Assamese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## Designer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Designed &amp; Developed by: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Edelbert Phangcho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## Technology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Frontend:</a:t>
            </a:r>
          </a:p>
          <a:p>
            <a:r>
              <a:rPr lang="en-US" sz="1300">
                <a:solidFill>
                  <a:srgbClr val="252525"/>
                </a:solidFill>
              </a:rPr>
              <a:t>Next.js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93700"/>
            <a:ext cx="11887200" cy="166624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Backend:</a:t>
            </a:r>
          </a:p>
          <a:p>
            <a:r>
              <a:rPr lang="en-US" sz="1300">
                <a:solidFill>
                  <a:srgbClr val="252525"/>
                </a:solidFill>
              </a:rPr>
              <a:t>Node.js + Express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Database:</a:t>
            </a:r>
          </a:p>
          <a:p>
            <a:r>
              <a:rPr lang="en-US" sz="1300">
                <a:solidFill>
                  <a:srgbClr val="252525"/>
                </a:solidFill>
              </a:rPr>
              <a:t>PostgreSQL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## Setup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Install dependencies: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npm install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Run development server: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npm run dev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@media(max-width:768px){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.hero h1{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font-size:30px;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.cards{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display:flex;</a:t>
            </a:r>
          </a:p>
          <a:p>
            <a:r>
              <a:rPr lang="en-US" sz="1300">
                <a:solidFill>
                  <a:srgbClr val="252525"/>
                </a:solidFill>
              </a:rPr>
              <a:t>flex-direction:column;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table{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width:100%;</a:t>
            </a:r>
          </a:p>
          <a:p>
            <a:r>
              <a:rPr lang="en-US" sz="1300">
                <a:solidFill>
                  <a:srgbClr val="252525"/>
                </a:solidFill>
              </a:rPr>
              <a:t>overflow-x:auto;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button{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width:100%;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Home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Report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Track Case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Dashboard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Admin Panel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Explore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31800"/>
            <a:ext cx="11887200" cy="16624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│   ├── Culture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Heritage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Wildlife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Gallery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About Designer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Contact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backend/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config/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database.js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controllers/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authController.js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reportController.js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models/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User.js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Report.js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routes/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auth.js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reports.js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server.js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 Pool } = require("pg");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pool = new Pool({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connectionString: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process.env.DATABASE_URL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 = pool;</a:t>
            </a:r>
          </a:p>
          <a:p>
            <a:r>
              <a:rPr lang="en-US" sz="1300">
                <a:solidFill>
                  <a:srgbClr val="252525"/>
                </a:solidFill>
              </a:rPr>
              <a:t>const db = require("../config/database");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exports.createUser = async(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 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1300">
                <a:solidFill>
                  <a:srgbClr val="252525"/>
                </a:solidFill>
              </a:rPr>
              <a:t>INSERT INTO users</a:t>
            </a:r>
          </a:p>
          <a:p>
            <a:r>
              <a:rPr lang="en-US" sz="1300">
                <a:solidFill>
                  <a:srgbClr val="252525"/>
                </a:solidFill>
              </a:rPr>
              <a:t>(name,email,password)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VALUES($1,$2,$3)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RETURNING id,name,email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`,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82600"/>
            <a:ext cx="11887200" cy="16573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[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result.rows[0];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exports.findUserByEmail = async(email)=&gt;{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</a:t>
            </a:r>
          </a:p>
          <a:p>
            <a:r>
              <a:rPr lang="en-US" sz="1300">
                <a:solidFill>
                  <a:srgbClr val="252525"/>
                </a:solidFill>
              </a:rPr>
              <a:t>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1300">
                <a:solidFill>
                  <a:srgbClr val="252525"/>
                </a:solidFill>
              </a:rPr>
              <a:t>SELECT *</a:t>
            </a:r>
          </a:p>
          <a:p>
            <a:r>
              <a:rPr lang="en-US" sz="1300">
                <a:solidFill>
                  <a:srgbClr val="252525"/>
                </a:solidFill>
              </a:rPr>
              <a:t>FROM users</a:t>
            </a:r>
          </a:p>
          <a:p>
            <a:r>
              <a:rPr lang="en-US" sz="1300">
                <a:solidFill>
                  <a:srgbClr val="252525"/>
                </a:solidFill>
              </a:rPr>
              <a:t>WHERE email=$1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[email]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result.rows[0];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1300">
                <a:solidFill>
                  <a:srgbClr val="252525"/>
                </a:solidFill>
              </a:rPr>
              <a:t>const bcrypt=require("bcrypt");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jwt=require("jsonwebtoken");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User=require("../models/User");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exports.register=async(req,res)=&gt;{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try{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}=req.body;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hash =</a:t>
            </a:r>
          </a:p>
          <a:p>
            <a:r>
              <a:rPr lang="en-US" sz="1300">
                <a:solidFill>
                  <a:srgbClr val="252525"/>
                </a:solidFill>
              </a:rPr>
              <a:t>await bcrypt.hash(password,10);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54000"/>
            <a:ext cx="11887200" cy="16802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 =</a:t>
            </a:r>
          </a:p>
          <a:p>
            <a:r>
              <a:rPr lang="en-US" sz="1300">
                <a:solidFill>
                  <a:srgbClr val="252525"/>
                </a:solidFill>
              </a:rPr>
              <a:t>await User.createUser(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hash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message:"Account Created",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catch(error){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res.status(500).json({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error:error.message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exports.login=async(req,res)=&gt;{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}=req.body;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 =</a:t>
            </a:r>
          </a:p>
          <a:p>
            <a:r>
              <a:rPr lang="en-US" sz="1300">
                <a:solidFill>
                  <a:srgbClr val="252525"/>
                </a:solidFill>
              </a:rPr>
              <a:t>await User.findUserByEmail(email);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if(!user){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res.status(404).json({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message:"User not found"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04800"/>
            <a:ext cx="11887200" cy="16751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match =</a:t>
            </a:r>
          </a:p>
          <a:p>
            <a:r>
              <a:rPr lang="en-US" sz="1300">
                <a:solidFill>
                  <a:srgbClr val="252525"/>
                </a:solidFill>
              </a:rPr>
              <a:t>await bcrypt.compare(</a:t>
            </a:r>
          </a:p>
          <a:p>
            <a:r>
              <a:rPr lang="en-US" sz="1300">
                <a:solidFill>
                  <a:srgbClr val="252525"/>
                </a:solidFill>
              </a:rPr>
              <a:t>password,</a:t>
            </a:r>
          </a:p>
          <a:p>
            <a:r>
              <a:rPr lang="en-US" sz="1300">
                <a:solidFill>
                  <a:srgbClr val="252525"/>
                </a:solidFill>
              </a:rPr>
              <a:t>user.password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if(!match){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res.status(401).json({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message:"Wrong password"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jwt.sign(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1300">
                <a:solidFill>
                  <a:srgbClr val="252525"/>
                </a:solidFill>
              </a:rPr>
              <a:t>id:</a:t>
            </a:r>
            <a:r>
              <a:rPr lang="en-US" sz="1300">
                <a:solidFill>
                  <a:srgbClr val="252525"/>
                </a:solidFill>
              </a:rPr>
              <a:t>user.id</a:t>
            </a:r>
            <a:r>
              <a:rPr lang="en-US" sz="1300">
                <a:solidFill>
                  <a:srgbClr val="252525"/>
                </a:solidFill>
              </a:rPr>
              <a:t>,</a:t>
            </a:r>
          </a:p>
          <a:p>
            <a:r>
              <a:rPr lang="en-US" sz="1300">
                <a:solidFill>
                  <a:srgbClr val="252525"/>
                </a:solidFill>
              </a:rPr>
              <a:t>email:user.email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process.env.JWT_SECRET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token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1300">
                <a:solidFill>
                  <a:srgbClr val="252525"/>
                </a:solidFill>
              </a:rPr>
              <a:t>const db=require("../config/database");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exports.createReport=async(data)=&gt;{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</a:t>
            </a:r>
          </a:p>
          <a:p>
            <a:r>
              <a:rPr lang="en-US" sz="1300">
                <a:solidFill>
                  <a:srgbClr val="252525"/>
                </a:solidFill>
              </a:rPr>
              <a:t>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1300">
                <a:solidFill>
                  <a:srgbClr val="252525"/>
                </a:solidFill>
              </a:rPr>
              <a:t>INSERT INTO reports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(</a:t>
            </a:r>
          </a:p>
          <a:p>
            <a:r>
              <a:rPr lang="en-US" sz="1300">
                <a:solidFill>
                  <a:srgbClr val="252525"/>
                </a:solidFill>
              </a:rPr>
              <a:t>case_id,</a:t>
            </a:r>
          </a:p>
          <a:p>
            <a:r>
              <a:rPr lang="en-US" sz="1300">
                <a:solidFill>
                  <a:srgbClr val="252525"/>
                </a:solidFill>
              </a:rPr>
              <a:t>user_id,</a:t>
            </a:r>
          </a:p>
          <a:p>
            <a:r>
              <a:rPr lang="en-US" sz="1300">
                <a:solidFill>
                  <a:srgbClr val="252525"/>
                </a:solidFill>
              </a:rPr>
              <a:t>title,</a:t>
            </a:r>
          </a:p>
          <a:p>
            <a:r>
              <a:rPr lang="en-US" sz="1300">
                <a:solidFill>
                  <a:srgbClr val="252525"/>
                </a:solidFill>
              </a:rPr>
              <a:t>description,</a:t>
            </a:r>
          </a:p>
          <a:p>
            <a:r>
              <a:rPr lang="en-US" sz="1300">
                <a:solidFill>
                  <a:srgbClr val="252525"/>
                </a:solidFill>
              </a:rPr>
              <a:t>location,</a:t>
            </a:r>
          </a:p>
          <a:p>
            <a:r>
              <a:rPr lang="en-US" sz="1300">
                <a:solidFill>
                  <a:srgbClr val="252525"/>
                </a:solidFill>
              </a:rPr>
              <a:t>category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42900"/>
            <a:ext cx="11887200" cy="167132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VALUES</a:t>
            </a:r>
          </a:p>
          <a:p>
            <a:r>
              <a:rPr lang="en-US" sz="1300">
                <a:solidFill>
                  <a:srgbClr val="252525"/>
                </a:solidFill>
              </a:rPr>
              <a:t>($1,$2,$3,$4,$5,$6)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RETURNING *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[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data.caseId,</a:t>
            </a:r>
          </a:p>
          <a:p>
            <a:r>
              <a:rPr lang="en-US" sz="1300">
                <a:solidFill>
                  <a:srgbClr val="252525"/>
                </a:solidFill>
              </a:rPr>
              <a:t>data.userId,</a:t>
            </a:r>
          </a:p>
          <a:p>
            <a:r>
              <a:rPr lang="en-US" sz="1300">
                <a:solidFill>
                  <a:srgbClr val="252525"/>
                </a:solidFill>
              </a:rPr>
              <a:t>data.title,</a:t>
            </a:r>
          </a:p>
          <a:p>
            <a:r>
              <a:rPr lang="en-US" sz="1300">
                <a:solidFill>
                  <a:srgbClr val="252525"/>
                </a:solidFill>
              </a:rPr>
              <a:t>data.description,</a:t>
            </a:r>
          </a:p>
          <a:p>
            <a:r>
              <a:rPr lang="en-US" sz="1300">
                <a:solidFill>
                  <a:srgbClr val="252525"/>
                </a:solidFill>
              </a:rPr>
              <a:t>data.location,</a:t>
            </a:r>
          </a:p>
          <a:p>
            <a:r>
              <a:rPr lang="en-US" sz="1300">
                <a:solidFill>
                  <a:srgbClr val="252525"/>
                </a:solidFill>
              </a:rPr>
              <a:t>data.category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result.rows[0];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exports.getAllReports=async()=&gt;{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</a:t>
            </a:r>
          </a:p>
          <a:p>
            <a:r>
              <a:rPr lang="en-US" sz="1300">
                <a:solidFill>
                  <a:srgbClr val="252525"/>
                </a:solidFill>
              </a:rPr>
              <a:t>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1300">
                <a:solidFill>
                  <a:srgbClr val="252525"/>
                </a:solidFill>
              </a:rPr>
              <a:t>SELECT *</a:t>
            </a:r>
          </a:p>
          <a:p>
            <a:r>
              <a:rPr lang="en-US" sz="1300">
                <a:solidFill>
                  <a:srgbClr val="252525"/>
                </a:solidFill>
              </a:rPr>
              <a:t>FROM reports</a:t>
            </a:r>
          </a:p>
          <a:p>
            <a:r>
              <a:rPr lang="en-US" sz="1300">
                <a:solidFill>
                  <a:srgbClr val="252525"/>
                </a:solidFill>
              </a:rPr>
              <a:t>ORDER BY created_at DESC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result.rows;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Report =</a:t>
            </a:r>
          </a:p>
          <a:p>
            <a:r>
              <a:rPr lang="en-US" sz="1300">
                <a:solidFill>
                  <a:srgbClr val="252525"/>
                </a:solidFill>
              </a:rPr>
              <a:t>require("../models/Report");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exports.submitReport=async(req,res)=&gt;{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caseId =</a:t>
            </a:r>
          </a:p>
          <a:p>
            <a:r>
              <a:rPr lang="en-US" sz="1300">
                <a:solidFill>
                  <a:srgbClr val="252525"/>
                </a:solidFill>
              </a:rPr>
              <a:t>"JKA-"+Date.now();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81000"/>
            <a:ext cx="11887200" cy="16675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report =</a:t>
            </a:r>
          </a:p>
          <a:p>
            <a:r>
              <a:rPr lang="en-US" sz="1300">
                <a:solidFill>
                  <a:srgbClr val="252525"/>
                </a:solidFill>
              </a:rPr>
              <a:t>await Report.createReport({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caseId,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userId:</a:t>
            </a:r>
            <a:r>
              <a:rPr lang="en-US" sz="1300">
                <a:solidFill>
                  <a:srgbClr val="252525"/>
                </a:solidFill>
              </a:rPr>
              <a:t>req.user.id</a:t>
            </a:r>
            <a:r>
              <a:rPr lang="en-US" sz="1300">
                <a:solidFill>
                  <a:srgbClr val="252525"/>
                </a:solidFill>
              </a:rPr>
              <a:t>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title:req.body.title,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description:req.body.description,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location:req.body.location,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category:req.body.category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message:"Report Submitted",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report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exports.allReports=async(req,res)=&gt;{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reports =</a:t>
            </a:r>
          </a:p>
          <a:p>
            <a:r>
              <a:rPr lang="en-US" sz="1300">
                <a:solidFill>
                  <a:srgbClr val="252525"/>
                </a:solidFill>
              </a:rPr>
              <a:t>await Report.getAllReports();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res.json(reports);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</a:t>
            </a:r>
          </a:p>
          <a:p>
            <a:r>
              <a:rPr lang="en-US" sz="1300">
                <a:solidFill>
                  <a:srgbClr val="252525"/>
                </a:solidFill>
              </a:rPr>
              <a:t>name</a:t>
            </a:r>
          </a:p>
          <a:p>
            <a:r>
              <a:rPr lang="en-US" sz="1300">
                <a:solidFill>
                  <a:srgbClr val="252525"/>
                </a:solidFill>
              </a:rPr>
              <a:t>email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language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reports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</a:t>
            </a:r>
          </a:p>
          <a:p>
            <a:r>
              <a:rPr lang="en-US" sz="1300">
                <a:solidFill>
                  <a:srgbClr val="252525"/>
                </a:solidFill>
              </a:rPr>
              <a:t>case_id</a:t>
            </a:r>
          </a:p>
          <a:p>
            <a:r>
              <a:rPr lang="en-US" sz="1300">
                <a:solidFill>
                  <a:srgbClr val="252525"/>
                </a:solidFill>
              </a:rPr>
              <a:t>user_id</a:t>
            </a:r>
          </a:p>
          <a:p>
            <a:r>
              <a:rPr lang="en-US" sz="1300">
                <a:solidFill>
                  <a:srgbClr val="252525"/>
                </a:solidFill>
              </a:rPr>
              <a:t>title</a:t>
            </a:r>
          </a:p>
          <a:p>
            <a:r>
              <a:rPr lang="en-US" sz="1300">
                <a:solidFill>
                  <a:srgbClr val="252525"/>
                </a:solidFill>
              </a:rPr>
              <a:t>description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19100"/>
            <a:ext cx="11887200" cy="16637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location</a:t>
            </a:r>
          </a:p>
          <a:p>
            <a:r>
              <a:rPr lang="en-US" sz="1300">
                <a:solidFill>
                  <a:srgbClr val="252525"/>
                </a:solidFill>
              </a:rPr>
              <a:t>category</a:t>
            </a:r>
          </a:p>
          <a:p>
            <a:r>
              <a:rPr lang="en-US" sz="1300">
                <a:solidFill>
                  <a:srgbClr val="252525"/>
                </a:solidFill>
              </a:rPr>
              <a:t>status</a:t>
            </a:r>
          </a:p>
          <a:p>
            <a:r>
              <a:rPr lang="en-US" sz="1300">
                <a:solidFill>
                  <a:srgbClr val="252525"/>
                </a:solidFill>
              </a:rPr>
              <a:t>created_at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frontend/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lib/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api.ts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services/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authService.ts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reportService.ts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adminService.ts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app/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components/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API_URL =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process.env.NEXT_PUBLIC_API_URL ||</a:t>
            </a:r>
          </a:p>
          <a:p>
            <a:r>
              <a:rPr lang="en-US" sz="1300">
                <a:solidFill>
                  <a:srgbClr val="252525"/>
                </a:solidFill>
              </a:rPr>
              <a:t>"http://localhost:5000";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async function apiRequest(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endpoint:string,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options:any={}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response =</a:t>
            </a:r>
          </a:p>
          <a:p>
            <a:r>
              <a:rPr lang="en-US" sz="1300">
                <a:solidFill>
                  <a:srgbClr val="252525"/>
                </a:solidFill>
              </a:rPr>
              <a:t>await fetch(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`${API_URL}${endpoint}`,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headers:{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"Content-Type":</a:t>
            </a:r>
          </a:p>
          <a:p>
            <a:r>
              <a:rPr lang="en-US" sz="1300">
                <a:solidFill>
                  <a:srgbClr val="252525"/>
                </a:solidFill>
              </a:rPr>
              <a:t>"application/json",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...options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data =</a:t>
            </a:r>
          </a:p>
          <a:p>
            <a:r>
              <a:rPr lang="en-US" sz="1300">
                <a:solidFill>
                  <a:srgbClr val="252525"/>
                </a:solidFill>
              </a:rPr>
              <a:t>await response.json();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data;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{apiRequest}</a:t>
            </a:r>
          </a:p>
          <a:p>
            <a:r>
              <a:rPr lang="en-US" sz="1300">
                <a:solidFill>
                  <a:srgbClr val="252525"/>
                </a:solidFill>
              </a:rPr>
              <a:t>from "@/lib/api";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57200"/>
            <a:ext cx="11887200" cy="16598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async function registerUser(data:any){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apiRequest(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"/api/auth/register",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method:"POST",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body:</a:t>
            </a:r>
          </a:p>
          <a:p>
            <a:r>
              <a:rPr lang="en-US" sz="1300">
                <a:solidFill>
                  <a:srgbClr val="252525"/>
                </a:solidFill>
              </a:rPr>
              <a:t>JSON.stringify(data)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async function loginUser(data:any){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apiRequest(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"/api/auth/login",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method:"POST",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body:</a:t>
            </a:r>
          </a:p>
          <a:p>
            <a:r>
              <a:rPr lang="en-US" sz="1300">
                <a:solidFill>
                  <a:srgbClr val="252525"/>
                </a:solidFill>
              </a:rPr>
              <a:t>JSON.stringify(data)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{useState} from "react";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</a:t>
            </a:r>
          </a:p>
          <a:p>
            <a:r>
              <a:rPr lang="en-US" sz="1300">
                <a:solidFill>
                  <a:srgbClr val="252525"/>
                </a:solidFill>
              </a:rPr>
              <a:t>loginUser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from "@/services/authService";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Login(){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[email,setEmail]=useState("");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[password,setPassword]=useState("");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async function handleLogin(){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08000"/>
            <a:ext cx="11887200" cy="16548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</a:t>
            </a:r>
          </a:p>
          <a:p>
            <a:r>
              <a:rPr lang="en-US" sz="1300">
                <a:solidFill>
                  <a:srgbClr val="252525"/>
                </a:solidFill>
              </a:rPr>
              <a:t>await loginUser({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localStorage.setItem(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"token",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result.token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alert(</a:t>
            </a:r>
          </a:p>
          <a:p>
            <a:r>
              <a:rPr lang="en-US" sz="1300">
                <a:solidFill>
                  <a:srgbClr val="252525"/>
                </a:solidFill>
              </a:rPr>
              <a:t>"Login Successful"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placeholder="Email"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onChange={</a:t>
            </a:r>
          </a:p>
          <a:p>
            <a:r>
              <a:rPr lang="en-US" sz="1300">
                <a:solidFill>
                  <a:srgbClr val="252525"/>
                </a:solidFill>
              </a:rPr>
              <a:t>e=&gt;setEmail(e.target.value)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&lt;input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type="password"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placeholder="Password"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onChange={</a:t>
            </a:r>
          </a:p>
          <a:p>
            <a:r>
              <a:rPr lang="en-US" sz="1300">
                <a:solidFill>
                  <a:srgbClr val="252525"/>
                </a:solidFill>
              </a:rPr>
              <a:t>e=&gt;setPassword(e.target.value)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&lt;button</a:t>
            </a:r>
          </a:p>
          <a:p>
            <a:r>
              <a:rPr lang="en-US" sz="1300">
                <a:solidFill>
                  <a:srgbClr val="252525"/>
                </a:solidFill>
              </a:rPr>
              <a:t>onClick={handleLogin}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79400"/>
            <a:ext cx="11887200" cy="167767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Login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&lt;/button&gt;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import {apiRequest}</a:t>
            </a:r>
          </a:p>
          <a:p>
            <a:r>
              <a:rPr lang="en-US" sz="1300">
                <a:solidFill>
                  <a:srgbClr val="252525"/>
                </a:solidFill>
              </a:rPr>
              <a:t>from "@/lib/api";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async function submitReport(data:any){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localStorage.getItem("token");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apiRequest(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"/api/reports/submit",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method:"POST",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headers:{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"Authorization":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`Bearer ${token}`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body: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JSON.stringify(data)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async function sendReport(){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</a:t>
            </a:r>
          </a:p>
          <a:p>
            <a:r>
              <a:rPr lang="en-US" sz="1300">
                <a:solidFill>
                  <a:srgbClr val="252525"/>
                </a:solidFill>
              </a:rPr>
              <a:t>await submitReport({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description,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17500"/>
            <a:ext cx="11887200" cy="16738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location,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category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console.log(result);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{apiRequest}</a:t>
            </a:r>
          </a:p>
          <a:p>
            <a:r>
              <a:rPr lang="en-US" sz="1300">
                <a:solidFill>
                  <a:srgbClr val="252525"/>
                </a:solidFill>
              </a:rPr>
              <a:t>from "@/lib/api";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async function getReports(){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localStorage.getItem("token");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apiRequest(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"/api/reports/all",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headers:{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Authorization: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`Bearer ${token}`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NEXT_PUBLIC_API_URL=http://localhost:5000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POST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/api/auth/register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→ Create User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POST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/api/auth/login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→ Login User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POST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55600"/>
            <a:ext cx="11887200" cy="16700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/api/reports/submit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→ Submit Report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GET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/api/reports/all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→ Admin Reports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ALTER TABLE users</a:t>
            </a:r>
          </a:p>
          <a:p>
            <a:r>
              <a:rPr lang="en-US" sz="1300">
                <a:solidFill>
                  <a:srgbClr val="252525"/>
                </a:solidFill>
              </a:rPr>
              <a:t>ADD COLUMN role VARCHAR(20)</a:t>
            </a:r>
          </a:p>
          <a:p>
            <a:r>
              <a:rPr lang="en-US" sz="1300">
                <a:solidFill>
                  <a:srgbClr val="252525"/>
                </a:solidFill>
              </a:rPr>
              <a:t>DEFAULT 'user';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</a:t>
            </a:r>
          </a:p>
          <a:p>
            <a:r>
              <a:rPr lang="en-US" sz="1300">
                <a:solidFill>
                  <a:srgbClr val="252525"/>
                </a:solidFill>
              </a:rPr>
              <a:t>name</a:t>
            </a:r>
          </a:p>
          <a:p>
            <a:r>
              <a:rPr lang="en-US" sz="1300">
                <a:solidFill>
                  <a:srgbClr val="252525"/>
                </a:solidFill>
              </a:rPr>
              <a:t>email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language</a:t>
            </a:r>
          </a:p>
          <a:p>
            <a:r>
              <a:rPr lang="en-US" sz="1300">
                <a:solidFill>
                  <a:srgbClr val="252525"/>
                </a:solidFill>
              </a:rPr>
              <a:t>role</a:t>
            </a:r>
          </a:p>
          <a:p>
            <a:r>
              <a:rPr lang="en-US" sz="1300">
                <a:solidFill>
                  <a:srgbClr val="252525"/>
                </a:solidFill>
              </a:rPr>
              <a:t>created_at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db = require("../config/database");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exports.createUser = async(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)=&gt;{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result = 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1300">
                <a:solidFill>
                  <a:srgbClr val="252525"/>
                </a:solidFill>
              </a:rPr>
              <a:t>INSERT INTO users</a:t>
            </a:r>
          </a:p>
          <a:p>
            <a:r>
              <a:rPr lang="en-US" sz="1300">
                <a:solidFill>
                  <a:srgbClr val="252525"/>
                </a:solidFill>
              </a:rPr>
              <a:t>(name,email,password)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VALUES($1,$2,$3)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RETURNING id,name,email,role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[</a:t>
            </a:r>
          </a:p>
          <a:p>
            <a:r>
              <a:rPr lang="en-US" sz="1300">
                <a:solidFill>
                  <a:srgbClr val="252525"/>
                </a:solidFill>
              </a:rPr>
              <a:t>name,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result.rows[0];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exports.findUserByEmail =</a:t>
            </a:r>
          </a:p>
          <a:p>
            <a:r>
              <a:rPr lang="en-US" sz="1300">
                <a:solidFill>
                  <a:srgbClr val="252525"/>
                </a:solidFill>
              </a:rPr>
              <a:t>async(email)=&gt;{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93700"/>
            <a:ext cx="11887200" cy="166624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const result =</a:t>
            </a:r>
          </a:p>
          <a:p>
            <a:r>
              <a:rPr lang="en-US" sz="1300">
                <a:solidFill>
                  <a:srgbClr val="252525"/>
                </a:solidFill>
              </a:rPr>
              <a:t>await db.query(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</a:t>
            </a:r>
          </a:p>
          <a:p>
            <a:r>
              <a:rPr lang="en-US" sz="1300">
                <a:solidFill>
                  <a:srgbClr val="252525"/>
                </a:solidFill>
              </a:rPr>
              <a:t>SELECT *</a:t>
            </a:r>
          </a:p>
          <a:p>
            <a:r>
              <a:rPr lang="en-US" sz="1300">
                <a:solidFill>
                  <a:srgbClr val="252525"/>
                </a:solidFill>
              </a:rPr>
              <a:t>FROM users</a:t>
            </a:r>
          </a:p>
          <a:p>
            <a:r>
              <a:rPr lang="en-US" sz="1300">
                <a:solidFill>
                  <a:srgbClr val="252525"/>
                </a:solidFill>
              </a:rPr>
              <a:t>WHERE email=$1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`,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[email]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result.rows[0];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bcrypt=require("bcrypt");</a:t>
            </a:r>
          </a:p>
          <a:p>
            <a:r>
              <a:rPr lang="en-US" sz="1300">
                <a:solidFill>
                  <a:srgbClr val="252525"/>
                </a:solidFill>
              </a:rPr>
              <a:t>const jwt=require("jsonwebtoken");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User=require("../models/User");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exports.login=async(req,res)=&gt;{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{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1300">
                <a:solidFill>
                  <a:srgbClr val="252525"/>
                </a:solidFill>
              </a:rPr>
              <a:t>}=req.body;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user =</a:t>
            </a:r>
          </a:p>
          <a:p>
            <a:r>
              <a:rPr lang="en-US" sz="1300">
                <a:solidFill>
                  <a:srgbClr val="252525"/>
                </a:solidFill>
              </a:rPr>
              <a:t>await User.findUserByEmail(email);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if(!user){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res.status(404).json({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message:"Account not found"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passwordMatch =</a:t>
            </a:r>
          </a:p>
          <a:p>
            <a:r>
              <a:rPr lang="en-US" sz="1300">
                <a:solidFill>
                  <a:srgbClr val="252525"/>
                </a:solidFill>
              </a:rPr>
              <a:t>await bcrypt.compare(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password,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user.password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44500"/>
            <a:ext cx="11887200" cy="16611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if(!passwordMatch){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res.status(401).json({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message:"Incorrect password"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jwt.sign(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id:</a:t>
            </a:r>
            <a:r>
              <a:rPr lang="en-US" sz="1300">
                <a:solidFill>
                  <a:srgbClr val="252525"/>
                </a:solidFill>
              </a:rPr>
              <a:t>user.id</a:t>
            </a:r>
            <a:r>
              <a:rPr lang="en-US" sz="1300">
                <a:solidFill>
                  <a:srgbClr val="252525"/>
                </a:solidFill>
              </a:rPr>
              <a:t>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role:user.role,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email:user.email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process.env.JWT_SECRET,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expiresIn:"7d"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message:"Login successful",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token,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user:{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id:</a:t>
            </a:r>
            <a:r>
              <a:rPr lang="en-US" sz="1300">
                <a:solidFill>
                  <a:srgbClr val="252525"/>
                </a:solidFill>
              </a:rPr>
              <a:t>user.id</a:t>
            </a:r>
            <a:r>
              <a:rPr lang="en-US" sz="1300">
                <a:solidFill>
                  <a:srgbClr val="252525"/>
                </a:solidFill>
              </a:rPr>
              <a:t>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name:user.name,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role:user.role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jwt=require("jsonwebtoken");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82600"/>
            <a:ext cx="11887200" cy="165735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function auth(req,res,next){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header =</a:t>
            </a:r>
          </a:p>
          <a:p>
            <a:r>
              <a:rPr lang="en-US" sz="1300">
                <a:solidFill>
                  <a:srgbClr val="252525"/>
                </a:solidFill>
              </a:rPr>
              <a:t>req.headers.authorization;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if(!header){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res.status(401).json({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message:"No token"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header.split(" ")[1];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try{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decoded =</a:t>
            </a:r>
          </a:p>
          <a:p>
            <a:r>
              <a:rPr lang="en-US" sz="1300">
                <a:solidFill>
                  <a:srgbClr val="252525"/>
                </a:solidFill>
              </a:rPr>
              <a:t>jwt.verify(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token,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process.env.JWT_SECRET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req.user=decoded;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catch(error){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res.status(403).json({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message:"Invalid token"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54000"/>
            <a:ext cx="11887200" cy="16802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module.exports=auth;</a:t>
            </a:r>
          </a:p>
          <a:p>
            <a:r>
              <a:rPr lang="en-US" sz="1300">
                <a:solidFill>
                  <a:srgbClr val="252525"/>
                </a:solidFill>
              </a:rPr>
              <a:t>module.exports=(req,res,next)=&gt;{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if(req.user.role !== "admin"){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 res.status(403).json({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message:"Admin access required"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next();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async function handleLogin(){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response =</a:t>
            </a:r>
          </a:p>
          <a:p>
            <a:r>
              <a:rPr lang="en-US" sz="1300">
                <a:solidFill>
                  <a:srgbClr val="252525"/>
                </a:solidFill>
              </a:rPr>
              <a:t>await loginUser({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email,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password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if(response.token){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localStorage.setItem(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"token",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response.token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localStorage.setItem(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"user",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JSON.stringify(response.user)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window.location.href="/dashboard";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92100"/>
            <a:ext cx="11887200" cy="16764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{useEffect} from "react";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Dashboard(){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useEffect(()=&gt;{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token =</a:t>
            </a:r>
          </a:p>
          <a:p>
            <a:r>
              <a:rPr lang="en-US" sz="1300">
                <a:solidFill>
                  <a:srgbClr val="252525"/>
                </a:solidFill>
              </a:rPr>
              <a:t>localStorage.getItem("token");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if(!token){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window.location.href="/login";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},[]);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User Dashboard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&lt;/div&gt;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router.get(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"/admin/reports",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auth,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admin,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getReports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NEXT_PUBLIC_GOOGLE_MAPS_KEY=YOUR_GOOGLE_MAPS_API_KEY</a:t>
            </a:r>
          </a:p>
          <a:p>
            <a:r>
              <a:rPr lang="en-US" sz="1300">
                <a:solidFill>
                  <a:srgbClr val="252525"/>
                </a:solidFill>
              </a:rPr>
              <a:t>npm install @react-google-maps/api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"use client";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import {</a:t>
            </a:r>
          </a:p>
          <a:p>
            <a:r>
              <a:rPr lang="en-US" sz="1300">
                <a:solidFill>
                  <a:srgbClr val="252525"/>
                </a:solidFill>
              </a:rPr>
              <a:t>GoogleMap,</a:t>
            </a:r>
          </a:p>
          <a:p>
            <a:r>
              <a:rPr lang="en-US" sz="1300">
                <a:solidFill>
                  <a:srgbClr val="252525"/>
                </a:solidFill>
              </a:rPr>
              <a:t>LoadScript,</a:t>
            </a:r>
          </a:p>
          <a:p>
            <a:r>
              <a:rPr lang="en-US" sz="1300">
                <a:solidFill>
                  <a:srgbClr val="252525"/>
                </a:solidFill>
              </a:rPr>
              <a:t>Marker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from "@react-google-maps/api";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30200"/>
            <a:ext cx="11887200" cy="16725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center = 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lat: 26.0500,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lng: 92.8500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containerStyle = 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width:"100%",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height:"500px"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KarbiMap(){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&lt;LoadScript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googleMapsApiKey={</a:t>
            </a:r>
          </a:p>
          <a:p>
            <a:r>
              <a:rPr lang="en-US" sz="1300">
                <a:solidFill>
                  <a:srgbClr val="252525"/>
                </a:solidFill>
              </a:rPr>
              <a:t>process.env</a:t>
            </a:r>
          </a:p>
          <a:p>
            <a:r>
              <a:rPr lang="en-US" sz="1300">
                <a:solidFill>
                  <a:srgbClr val="252525"/>
                </a:solidFill>
              </a:rPr>
              <a:t>.NEXT_PUBLIC_GOOGLE_MAPS_KEY!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&lt;GoogleMap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mapContainerStyle={</a:t>
            </a:r>
          </a:p>
          <a:p>
            <a:r>
              <a:rPr lang="en-US" sz="1300">
                <a:solidFill>
                  <a:srgbClr val="252525"/>
                </a:solidFill>
              </a:rPr>
              <a:t>containerStyle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center={center}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zoom={10}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&lt;Marker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position={center}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title="Karbi Anglong"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&lt;/GoogleMap&gt;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&lt;/LoadScript&gt;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381000"/>
            <a:ext cx="11887200" cy="16675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import KarbiMap </a:t>
            </a:r>
          </a:p>
          <a:p>
            <a:r>
              <a:rPr lang="en-US" sz="1300">
                <a:solidFill>
                  <a:srgbClr val="252525"/>
                </a:solidFill>
              </a:rPr>
              <a:t>from "@/components/KarbiMap";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export default function KarbiAnglong(){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return(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&lt;main&gt;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&lt;h1&gt;</a:t>
            </a:r>
          </a:p>
          <a:p>
            <a:r>
              <a:rPr lang="en-US" sz="1300">
                <a:solidFill>
                  <a:srgbClr val="252525"/>
                </a:solidFill>
              </a:rPr>
              <a:t>Explore Karbi Anglong</a:t>
            </a:r>
          </a:p>
          <a:p>
            <a:r>
              <a:rPr lang="en-US" sz="1300">
                <a:solidFill>
                  <a:srgbClr val="252525"/>
                </a:solidFill>
              </a:rPr>
              <a:t>&lt;/h1&gt;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&lt;KarbiMap /&gt;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&lt;/main&gt;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&lt;KarbiMap /&gt;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const [location,setLocation]=useState(null);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function selectLocation(e:any){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setLocation({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lat:e.latLng.lat(),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lng:e.latLng.lng()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}</a:t>
            </a:r>
          </a:p>
          <a:p>
            <a:r>
              <a:rPr lang="en-US" sz="1300">
                <a:solidFill>
                  <a:srgbClr val="252525"/>
                </a:solidFill>
              </a:rPr>
              <a:t>ALTER TABLE reports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ADD COLUMN latitude DECIMAL,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ADD COLUMN longitude DECIMAL;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justice-karbi-app/</a:t>
            </a:r>
          </a:p>
          <a:p>
            <a:r>
              <a:rPr lang="en-US" sz="5000"/>
              <a:t>  </a:t>
            </a:r>
          </a:p>
          <a:p>
            <a:r>
              <a:rPr lang="en-US" sz="1300">
                <a:solidFill>
                  <a:srgbClr val="252525"/>
                </a:solidFill>
              </a:rPr>
              <a:t>├── src/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screens/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HomeScreen.js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LoginScreen.js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RegisterScreen.js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DashboardScreen.js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ReportScreen.js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TrackCaseScreen.js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MapScreen.js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419100"/>
            <a:ext cx="11887200" cy="16637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1300">
                <a:solidFill>
                  <a:srgbClr val="252525"/>
                </a:solidFill>
              </a:rPr>
              <a:t>│   └── CultureScreen.js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components/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Button.js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Header.js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CaseCard.js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├── services/</a:t>
            </a:r>
          </a:p>
          <a:p>
            <a:r>
              <a:rPr lang="en-US" sz="1300">
                <a:solidFill>
                  <a:srgbClr val="252525"/>
                </a:solidFill>
              </a:rPr>
              <a:t>│   ├── api.js</a:t>
            </a:r>
          </a:p>
          <a:p>
            <a:r>
              <a:rPr lang="en-US" sz="1300">
                <a:solidFill>
                  <a:srgbClr val="252525"/>
                </a:solidFill>
              </a:rPr>
              <a:t>│   └── auth.js</a:t>
            </a:r>
          </a:p>
          <a:p>
            <a:r>
              <a:rPr lang="en-US" sz="1300">
                <a:solidFill>
                  <a:srgbClr val="252525"/>
                </a:solidFill>
              </a:rPr>
              <a:t>│</a:t>
            </a:r>
          </a:p>
          <a:p>
            <a:r>
              <a:rPr lang="en-US" sz="1300">
                <a:solidFill>
                  <a:srgbClr val="252525"/>
                </a:solidFill>
              </a:rPr>
              <a:t>└── assets/</a:t>
            </a:r>
          </a:p>
          <a:p>
            <a:r>
              <a:rPr lang="en-US" sz="1300">
                <a:solidFill>
                  <a:srgbClr val="252525"/>
                </a:solidFill>
              </a:rPr>
              <a:t>    ├── logo.png</a:t>
            </a:r>
          </a:p>
          <a:p>
            <a:r>
              <a:rPr lang="en-US" sz="1300">
                <a:solidFill>
                  <a:srgbClr val="252525"/>
                </a:solidFill>
              </a:rPr>
              <a:t>    └── images/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